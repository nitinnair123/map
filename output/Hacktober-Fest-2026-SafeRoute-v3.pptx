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7ab3c9f07240e6" /><Relationship Type="http://schemas.openxmlformats.org/officeDocument/2006/relationships/extended-properties" Target="/docProps/app.xml" Id="R9711a87284344888" /><Relationship Type="http://schemas.openxmlformats.org/officeDocument/2006/relationships/officeDocument" Target="/ppt/presentation.xml" Id="R9992b7da02a54b53" /></Relationships>
</file>

<file path=ppt/presentation.xml><?xml version="1.0" encoding="utf-8"?>
<p:presentation xmlns:p="http://schemas.openxmlformats.org/presentationml/2006/main">
  <p:sldMasterIdLst>
    <p:sldMasterId xmlns:r="http://schemas.openxmlformats.org/officeDocument/2006/relationships" id="2147483648" r:id="R3713423dbe7f4a7a"/>
  </p:sldMasterIdLst>
  <p:notesMasterIdLst>
    <p:notesMasterId xmlns:r="http://schemas.openxmlformats.org/officeDocument/2006/relationships" r:id="R7ed735cee6e74ec7"/>
  </p:notesMasterIdLst>
  <p:sldIdLst>
    <p:sldId xmlns:r="http://schemas.openxmlformats.org/officeDocument/2006/relationships" id="256" r:id="Rdd1bd9fec9464987"/>
    <p:sldId xmlns:r="http://schemas.openxmlformats.org/officeDocument/2006/relationships" id="257" r:id="R973f5914c1d94bee"/>
    <p:sldId xmlns:r="http://schemas.openxmlformats.org/officeDocument/2006/relationships" id="258" r:id="R28a383e4b84f4cdc"/>
    <p:sldId xmlns:r="http://schemas.openxmlformats.org/officeDocument/2006/relationships" id="259" r:id="Rb9e94b099913429c"/>
    <p:sldId xmlns:r="http://schemas.openxmlformats.org/officeDocument/2006/relationships" id="260" r:id="Rdd8257bfa7d74f08"/>
    <p:sldId xmlns:r="http://schemas.openxmlformats.org/officeDocument/2006/relationships" id="261" r:id="R4283e46f52a7422b"/>
    <p:sldId xmlns:r="http://schemas.openxmlformats.org/officeDocument/2006/relationships" id="262" r:id="R3fc2a3d4eb9541bb"/>
    <p:sldId xmlns:r="http://schemas.openxmlformats.org/officeDocument/2006/relationships" id="263" r:id="R15cc9f254b7c42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6750cdb3ba40da" /><Relationship Type="http://schemas.openxmlformats.org/officeDocument/2006/relationships/slideMaster" Target="/ppt/slideMasters/slideMaster1.xml" Id="R3713423dbe7f4a7a" /><Relationship Type="http://schemas.openxmlformats.org/officeDocument/2006/relationships/notesMaster" Target="/ppt/notesMasters/notesMaster1.xml" Id="R7ed735cee6e74ec7" /><Relationship Type="http://schemas.openxmlformats.org/officeDocument/2006/relationships/presProps" Target="/ppt/presProps.xml" Id="R3f3bc4c051a84990" /><Relationship Type="http://schemas.openxmlformats.org/officeDocument/2006/relationships/tableStyles" Target="/ppt/tableStyles.xml" Id="R058ae9b3bc744475" /><Relationship Type="http://schemas.openxmlformats.org/officeDocument/2006/relationships/slide" Target="/ppt/slides/slide1.xml" Id="Rdd1bd9fec9464987" /><Relationship Type="http://schemas.openxmlformats.org/officeDocument/2006/relationships/slide" Target="/ppt/slides/slide2.xml" Id="R973f5914c1d94bee" /><Relationship Type="http://schemas.openxmlformats.org/officeDocument/2006/relationships/slide" Target="/ppt/slides/slide3.xml" Id="R28a383e4b84f4cdc" /><Relationship Type="http://schemas.openxmlformats.org/officeDocument/2006/relationships/slide" Target="/ppt/slides/slide4.xml" Id="Rb9e94b099913429c" /><Relationship Type="http://schemas.openxmlformats.org/officeDocument/2006/relationships/slide" Target="/ppt/slides/slide5.xml" Id="Rdd8257bfa7d74f08" /><Relationship Type="http://schemas.openxmlformats.org/officeDocument/2006/relationships/slide" Target="/ppt/slides/slide6.xml" Id="R4283e46f52a7422b" /><Relationship Type="http://schemas.openxmlformats.org/officeDocument/2006/relationships/slide" Target="/ppt/slides/slide7.xml" Id="R3fc2a3d4eb9541bb" /><Relationship Type="http://schemas.openxmlformats.org/officeDocument/2006/relationships/slide" Target="/ppt/slides/slide8.xml" Id="R15cc9f254b7c42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c71ca1952144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bfa3fc11fa49d0" /><Relationship Type="http://schemas.openxmlformats.org/officeDocument/2006/relationships/notesMaster" Target="/ppt/notesMasters/notesMaster1.xml" Id="R5a794f22f1f844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145c6c88c24c7d" /><Relationship Type="http://schemas.openxmlformats.org/officeDocument/2006/relationships/notesMaster" Target="/ppt/notesMasters/notesMaster1.xml" Id="Rc78640a7024742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3e1c708fe44dcf" /><Relationship Type="http://schemas.openxmlformats.org/officeDocument/2006/relationships/notesMaster" Target="/ppt/notesMasters/notesMaster1.xml" Id="R367c7a03f53540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bba87737c94697" /><Relationship Type="http://schemas.openxmlformats.org/officeDocument/2006/relationships/notesMaster" Target="/ppt/notesMasters/notesMaster1.xml" Id="Rf2285f17027a42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d87adeb8a14568" /><Relationship Type="http://schemas.openxmlformats.org/officeDocument/2006/relationships/notesMaster" Target="/ppt/notesMasters/notesMaster1.xml" Id="R507b3598e58546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025b2e765742d9" /><Relationship Type="http://schemas.openxmlformats.org/officeDocument/2006/relationships/notesMaster" Target="/ppt/notesMasters/notesMaster1.xml" Id="R5cde14982e8e41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f4e55a833b4a54" /><Relationship Type="http://schemas.openxmlformats.org/officeDocument/2006/relationships/notesMaster" Target="/ppt/notesMasters/notesMaster1.xml" Id="Rbb120bff62844c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5462d924db4952" /><Relationship Type="http://schemas.openxmlformats.org/officeDocument/2006/relationships/notesMaster" Target="/ppt/notesMasters/notesMaster1.xml" Id="R36333faf7c924c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user problem: people choosing a walk after dark need more context than travel time. SafeRoute compares route options and explains the evidence behind them. This is a four-minute project demo; the route safety score is a comparison aid, not a promise that any street is safe.</a:t>
            </a:r>
          </a:p>
          <a:p xmlns:a="http://schemas.openxmlformats.org/drawingml/2006/main">
            <a:r>
              <a:t/>
            </a:r>
          </a:p>
          <a:p xmlns:a="http://schemas.openxmlformats.org/drawingml/2006/main">
            <a:r>
              <a:t>Sources: SafeRoute README.md, introduction; Hacktober Fest 2026 Participant Handbook, pages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focuses on walking home at night, especially for women. A street can be lit, active, or supported at one hour and different later. SafeRoute makes those factors visible instead of treating distance as the only decision input. Do not claim that current scoring has been proven to prevent harm.</a:t>
            </a:r>
          </a:p>
          <a:p xmlns:a="http://schemas.openxmlformats.org/drawingml/2006/main">
            <a:r>
              <a:t/>
            </a:r>
          </a:p>
          <a:p xmlns:a="http://schemas.openxmlformats.org/drawingml/2006/main">
            <a:r>
              <a:t>Sources: SafeRoute README.md, introduction and sections 'How the score works' and 'App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choices in plain language. Fastest is the shortest. Balanced chooses the best-scoring candidate no more than 25 percent longer than fastest. Safest selects the top score. The parallel lines use the same length and are visual dividers, not route lengths, times, or scores.</a:t>
            </a:r>
          </a:p>
          <a:p xmlns:a="http://schemas.openxmlformats.org/drawingml/2006/main">
            <a:r>
              <a:t/>
            </a:r>
          </a:p>
          <a:p xmlns:a="http://schemas.openxmlformats.org/drawingml/2006/main">
            <a:r>
              <a:t>Sources: SafeRoute README.md, 'How the score 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time-aware scoring. Each street is rated for the time the walker gets there, so a shop that closes before arrival contributes differently. Factor weights shift from day to night. Evidence quality and route coverage are reported separately; unknown streets do not earn safety credit.</a:t>
            </a:r>
          </a:p>
          <a:p xmlns:a="http://schemas.openxmlformats.org/drawingml/2006/main">
            <a:r>
              <a:t/>
            </a:r>
          </a:p>
          <a:p xmlns:a="http://schemas.openxmlformats.org/drawingml/2006/main">
            <a:r>
              <a:t>Sources: SafeRoute README.md, 'How the score works' and 'Data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browser uses the Leaflet map and MapLibre vector layer, with a plain OSM tile fallback. The Python server gathers or loads street data, then generates and scores candidate routes. Gemini is optional context for opening hours and local events; it is not the route-ranking engine. The server can operate without a Gemini key.</a:t>
            </a:r>
          </a:p>
          <a:p xmlns:a="http://schemas.openxmlformats.org/drawingml/2006/main">
            <a:r>
              <a:t/>
            </a:r>
          </a:p>
          <a:p xmlns:a="http://schemas.openxmlformats.org/drawingml/2006/main">
            <a:r>
              <a:t>Sources: SafeRoute README.md, 'Files', 'Data sources', 'How the score works'; server.py lines 113-115.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this viewport-resize handling is the event-day change. The route engine, safety factors, SOS, and navigation were pre-existing. The change listens to window and visual viewport resize and observes the map container, then asks Leaflet and MapLibre to recalculate. It is intended to prevent the map from occupying only a stale partial canvas. Do not claim a full device test unless you perform one before presenting.</a:t>
            </a:r>
          </a:p>
          <a:p xmlns:a="http://schemas.openxmlformats.org/drawingml/2006/main">
            <a:r>
              <a:t/>
            </a:r>
          </a:p>
          <a:p xmlns:a="http://schemas.openxmlformats.org/drawingml/2006/main">
            <a:r>
              <a:t>Sources: SafeRoute README.md, 'Hacktober Fest 2026: event-day work'; static/app/app.js, map initialization and resizeMap().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trust slide. The app documents that no score is fully accurate and that safer is a comparison, never a guarantee. District crime counts are annual and do not change the street score. AI data is optional and failure leaves the app on its normal evidence. The README describes a validation plan with at least 30 independent audit spots, but no validation result is claimed here.</a:t>
            </a:r>
          </a:p>
          <a:p xmlns:a="http://schemas.openxmlformats.org/drawingml/2006/main">
            <a:r>
              <a:t/>
            </a:r>
          </a:p>
          <a:p xmlns:a="http://schemas.openxmlformats.org/drawingml/2006/main">
            <a:r>
              <a:t>Sources: SafeRoute README.md, 'Checking the scores against real audits', 'Data sources', and 'How the score 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25 seconds for the problem, 45 seconds for route choices, 60 seconds for scoring and evidence, 40 seconds for the architecture, 35 seconds for the event-day fix, and 35 seconds for limits and the close. Then leave time for judges' questions. Demonstrate with a route that has actual local data. Do not invent route scores if the service does not return them.</a:t>
            </a:r>
          </a:p>
          <a:p xmlns:a="http://schemas.openxmlformats.org/drawingml/2006/main">
            <a:r>
              <a:t/>
            </a:r>
          </a:p>
          <a:p xmlns:a="http://schemas.openxmlformats.org/drawingml/2006/main">
            <a:r>
              <a:t>Likely questions:</a:t>
            </a:r>
          </a:p>
          <a:p xmlns:a="http://schemas.openxmlformats.org/drawingml/2006/main">
            <a:r>
              <a:t>- Is this AI? Core scoring and ranking are explicit code; Gemini is an optional data supplement.</a:t>
            </a:r>
          </a:p>
          <a:p xmlns:a="http://schemas.openxmlformats.org/drawingml/2006/main">
            <a:r>
              <a:t>- How do you know a route is safer? The score is a comparison, not a proven safety guarantee. Independent after-dark audits are the next validation step.</a:t>
            </a:r>
          </a:p>
          <a:p xmlns:a="http://schemas.openxmlformats.org/drawingml/2006/main">
            <a:r>
              <a:t>- What happens where data is missing? The segment is shown as unrated and does not earn safety credit.</a:t>
            </a:r>
          </a:p>
          <a:p xmlns:a="http://schemas.openxmlformats.org/drawingml/2006/main">
            <a:r>
              <a:t>- What was built today? Viewport resize handling for the map, plus the README's honest event-day breakdown.</a:t>
            </a:r>
          </a:p>
          <a:p xmlns:a="http://schemas.openxmlformats.org/drawingml/2006/main">
            <a:r>
              <a:t/>
            </a:r>
          </a:p>
          <a:p xmlns:a="http://schemas.openxmlformats.org/drawingml/2006/main">
            <a:r>
              <a:t>Sources: SafeRoute README.md, project features and caveats; Hacktober Fest 2026 Participant Handbook, pages 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afaf916d6341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e293e895984e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170728352c43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421d41e3eb4d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ae0477f1f3b44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10403320cf42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7A4088-BB05-4B93-B542-EF4431E3688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8B6CB3-CF32-46B6-B838-D7B6F2026A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267E69-BE6A-468A-AB47-34F65EA5E4A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FD834D-E6E4-4F98-8588-E17858932F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9DD73C-4974-4948-B7FE-585D297B019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39EA6CF-C046-4D22-BCF0-D85EF6F8BA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D92EC6-F7E4-443C-A61A-9D1C5A1969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49C68B-B243-45B6-A73D-F617595C82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46D9D7-85F1-450C-AD25-2137EF87A2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E3F37B-73AD-4AD3-989B-BF1A8C9706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6677894cf2431d" /><Relationship Type="http://schemas.openxmlformats.org/officeDocument/2006/relationships/slideLayout" Target="/ppt/slideLayouts/slideLayout1.xml" Id="Rde6c0d9659d34c76" /><Relationship Type="http://schemas.openxmlformats.org/officeDocument/2006/relationships/slideLayout" Target="/ppt/slideLayouts/slideLayout2.xml" Id="R483b720d99d04bc6" /><Relationship Type="http://schemas.openxmlformats.org/officeDocument/2006/relationships/slideLayout" Target="/ppt/slideLayouts/slideLayout3.xml" Id="R2c36ec7f682c4e0e" /><Relationship Type="http://schemas.openxmlformats.org/officeDocument/2006/relationships/slideLayout" Target="/ppt/slideLayouts/slideLayout4.xml" Id="Re6289237dfd84894" /><Relationship Type="http://schemas.openxmlformats.org/officeDocument/2006/relationships/slideLayout" Target="/ppt/slideLayouts/slideLayout5.xml" Id="R4e573d56a70b4dcf" /><Relationship Type="http://schemas.openxmlformats.org/officeDocument/2006/relationships/slideLayout" Target="/ppt/slideLayouts/slideLayout6.xml" Id="R25ecdd0ebd474f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6c0d9659d34c76"/>
    <p:sldLayoutId xmlns:r="http://schemas.openxmlformats.org/officeDocument/2006/relationships" id="2147483650" r:id="R483b720d99d04bc6"/>
    <p:sldLayoutId xmlns:r="http://schemas.openxmlformats.org/officeDocument/2006/relationships" id="2147483651" r:id="R2c36ec7f682c4e0e"/>
    <p:sldLayoutId xmlns:r="http://schemas.openxmlformats.org/officeDocument/2006/relationships" id="2147483652" r:id="Re6289237dfd84894"/>
    <p:sldLayoutId xmlns:r="http://schemas.openxmlformats.org/officeDocument/2006/relationships" id="2147483653" r:id="R4e573d56a70b4dcf"/>
    <p:sldLayoutId xmlns:r="http://schemas.openxmlformats.org/officeDocument/2006/relationships" id="2147483654" r:id="R25ecdd0ebd474f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cb4eea8db7459a" /><Relationship Type="http://schemas.openxmlformats.org/officeDocument/2006/relationships/notesSlide" Target="/ppt/notesSlides/notesSlide1.xml" Id="R46a9b6a3d3c542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fa5b216b164ba2" /><Relationship Type="http://schemas.openxmlformats.org/officeDocument/2006/relationships/notesSlide" Target="/ppt/notesSlides/notesSlide2.xml" Id="Rf7c920c699754e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6a8e8f62924a83" /><Relationship Type="http://schemas.openxmlformats.org/officeDocument/2006/relationships/notesSlide" Target="/ppt/notesSlides/notesSlide3.xml" Id="Rc15d4f8afc9e42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2b5de8280f43d1" /><Relationship Type="http://schemas.openxmlformats.org/officeDocument/2006/relationships/notesSlide" Target="/ppt/notesSlides/notesSlide4.xml" Id="Rb16cf9d166c04c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f4253c94de4258" /><Relationship Type="http://schemas.openxmlformats.org/officeDocument/2006/relationships/notesSlide" Target="/ppt/notesSlides/notesSlide5.xml" Id="Rd842539c597940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3eeac1f1dc4697" /><Relationship Type="http://schemas.openxmlformats.org/officeDocument/2006/relationships/notesSlide" Target="/ppt/notesSlides/notesSlide6.xml" Id="R2ef2b147c45f4d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6313103e3114e15" /><Relationship Type="http://schemas.openxmlformats.org/officeDocument/2006/relationships/notesSlide" Target="/ppt/notesSlides/notesSlide7.xml" Id="Rf452dbfee04143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bea08964c34185" /><Relationship Type="http://schemas.openxmlformats.org/officeDocument/2006/relationships/notesSlide" Target="/ppt/notesSlides/notesSlide8.xml" Id="R724c0108517a4f57" /></Relationships>
</file>

<file path=ppt/slides/slide1.xml><?xml version="1.0" encoding="utf-8"?>
<p:sld xmlns:p="http://schemas.openxmlformats.org/presentationml/2006/main">
  <p:cSld>
    <p:bg>
      <p:bgPr>
        <a:solidFill xmlns:a="http://schemas.openxmlformats.org/drawingml/2006/main">
          <a:srgbClr val="17162B"/>
        </a:solidFill>
      </p:bgPr>
    </p:bg>
    <p:spTree>
      <p:nvGrpSpPr>
        <p:cNvPr id="1" name=""/>
        <p:cNvGrpSpPr/>
        <p:nvPr/>
      </p:nvGrpSpPr>
      <p:grpSpPr>
        <a:xfrm xmlns:a="http://schemas.openxmlformats.org/drawingml/2006/main"/>
      </p:grpSpPr>
      <p:sp>
        <p:nvSpPr>
          <p:cNvPr id="8" name="cover-rule">
            <a:extLst xmlns:a="http://schemas.openxmlformats.org/drawingml/2006/main">
              <a:ext uri="{FF2B5EF4-FFF2-40B4-BE49-F238E27FC236}">
                <a16:creationId xmlns:a16="http://schemas.microsoft.com/office/drawing/2014/main" id="{A129CBE8-FA04-4ACB-977C-3782B68A5D35}"/>
              </a:ext>
            </a:extLst>
          </p:cNvPr>
          <p:cNvSpPr>
            <a:spLocks xmlns:a="http://schemas.openxmlformats.org/drawingml/2006/main" noGrp="1"/>
          </p:cNvSpPr>
          <p:nvPr/>
        </p:nvSpPr>
        <p:spPr>
          <a:xfrm xmlns:a="http://schemas.openxmlformats.org/drawingml/2006/main">
            <a:off x="762000" y="838200"/>
            <a:ext cx="457200" cy="57150"/>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2" name="cover-brand">
            <a:extLst xmlns:a="http://schemas.openxmlformats.org/drawingml/2006/main">
              <a:ext uri="{FF2B5EF4-FFF2-40B4-BE49-F238E27FC236}">
                <a16:creationId xmlns:a16="http://schemas.microsoft.com/office/drawing/2014/main" id="{85205E19-4FC3-4046-8FAC-8438D9B1841E}"/>
              </a:ext>
            </a:extLst>
          </p:cNvPr>
          <p:cNvSpPr>
            <a:spLocks xmlns:a="http://schemas.openxmlformats.org/drawingml/2006/main" noGrp="1"/>
          </p:cNvSpPr>
          <p:nvPr/>
        </p:nvSpPr>
        <p:spPr>
          <a:xfrm xmlns:a="http://schemas.openxmlformats.org/drawingml/2006/main">
            <a:off x="762000" y="112395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C6BBFF"/>
                </a:solidFill>
                <a:latin typeface="Arial"/>
                <a:ea typeface="Arial"/>
                <a:cs typeface="Arial"/>
              </a:defRPr>
            </a:defPPr>
            <a:lvl1pPr algn="l">
              <a:defRPr sz="1500" b="1">
                <a:solidFill>
                  <a:srgbClr val="C6BBFF"/>
                </a:solidFill>
                <a:latin typeface="Arial"/>
                <a:ea typeface="Arial"/>
                <a:cs typeface="Arial"/>
              </a:defRPr>
            </a:lvl1pPr>
            <a:lvl2pPr algn="l">
              <a:defRPr sz="1500" b="1">
                <a:solidFill>
                  <a:srgbClr val="C6BBFF"/>
                </a:solidFill>
                <a:latin typeface="Arial"/>
                <a:ea typeface="Arial"/>
                <a:cs typeface="Arial"/>
              </a:defRPr>
            </a:lvl2pPr>
            <a:lvl3pPr algn="l">
              <a:defRPr sz="1500" b="1">
                <a:solidFill>
                  <a:srgbClr val="C6BBFF"/>
                </a:solidFill>
                <a:latin typeface="Arial"/>
                <a:ea typeface="Arial"/>
                <a:cs typeface="Arial"/>
              </a:defRPr>
            </a:lvl3pPr>
            <a:lvl4pPr algn="l">
              <a:defRPr sz="1500" b="1">
                <a:solidFill>
                  <a:srgbClr val="C6BBFF"/>
                </a:solidFill>
                <a:latin typeface="Arial"/>
                <a:ea typeface="Arial"/>
                <a:cs typeface="Arial"/>
              </a:defRPr>
            </a:lvl4pPr>
            <a:lvl5pPr algn="l">
              <a:defRPr sz="1500" b="1">
                <a:solidFill>
                  <a:srgbClr val="C6BBFF"/>
                </a:solidFill>
                <a:latin typeface="Arial"/>
                <a:ea typeface="Arial"/>
                <a:cs typeface="Arial"/>
              </a:defRPr>
            </a:lvl5pPr>
            <a:lvl6pPr algn="l">
              <a:defRPr sz="1500" b="1">
                <a:solidFill>
                  <a:srgbClr val="C6BBFF"/>
                </a:solidFill>
                <a:latin typeface="Arial"/>
                <a:ea typeface="Arial"/>
                <a:cs typeface="Arial"/>
              </a:defRPr>
            </a:lvl6pPr>
            <a:lvl7pPr algn="l">
              <a:defRPr sz="1500" b="1">
                <a:solidFill>
                  <a:srgbClr val="C6BBFF"/>
                </a:solidFill>
                <a:latin typeface="Arial"/>
                <a:ea typeface="Arial"/>
                <a:cs typeface="Arial"/>
              </a:defRPr>
            </a:lvl7pPr>
            <a:lvl8pPr algn="l">
              <a:defRPr sz="1500" b="1">
                <a:solidFill>
                  <a:srgbClr val="C6BBFF"/>
                </a:solidFill>
                <a:latin typeface="Arial"/>
                <a:ea typeface="Arial"/>
                <a:cs typeface="Arial"/>
              </a:defRPr>
            </a:lvl8pPr>
            <a:lvl9pPr algn="l">
              <a:defRPr sz="1500" b="1">
                <a:solidFill>
                  <a:srgbClr val="C6BBFF"/>
                </a:solidFill>
                <a:latin typeface="Arial"/>
                <a:ea typeface="Arial"/>
                <a:cs typeface="Arial"/>
              </a:defRPr>
            </a:lvl9pPr>
          </a:lstStyle>
          <a:p xmlns:a="http://schemas.openxmlformats.org/drawingml/2006/main">
            <a:pPr algn="l">
              <a:defRPr sz="1500" b="1">
                <a:solidFill>
                  <a:srgbClr val="C6BBFF"/>
                </a:solidFill>
                <a:latin typeface="Arial"/>
                <a:ea typeface="Arial"/>
                <a:cs typeface="Arial"/>
              </a:defRPr>
            </a:pPr>
            <a:r>
              <a:rPr sz="1500" b="1">
                <a:solidFill>
                  <a:srgbClr val="C6BBFF"/>
                </a:solidFill>
                <a:latin typeface="Arial"/>
                <a:ea typeface="Arial"/>
                <a:cs typeface="Arial"/>
              </a:rPr>
              <a:t>SAFEROUTE</a:t>
            </a:r>
          </a:p>
        </p:txBody>
      </p:sp>
      <p:sp>
        <p:nvSpPr>
          <p:cNvPr id="3" name="cover-title">
            <a:extLst xmlns:a="http://schemas.openxmlformats.org/drawingml/2006/main">
              <a:ext uri="{FF2B5EF4-FFF2-40B4-BE49-F238E27FC236}">
                <a16:creationId xmlns:a16="http://schemas.microsoft.com/office/drawing/2014/main" id="{92345E40-6B06-4D69-85A5-E0C746118F85}"/>
              </a:ext>
            </a:extLst>
          </p:cNvPr>
          <p:cNvSpPr>
            <a:spLocks xmlns:a="http://schemas.openxmlformats.org/drawingml/2006/main" noGrp="1"/>
          </p:cNvSpPr>
          <p:nvPr/>
        </p:nvSpPr>
        <p:spPr>
          <a:xfrm xmlns:a="http://schemas.openxmlformats.org/drawingml/2006/main">
            <a:off x="762000" y="1981200"/>
            <a:ext cx="676275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00" b="1">
                <a:solidFill>
                  <a:srgbClr val="FFFFFF"/>
                </a:solidFill>
                <a:latin typeface="Arial"/>
                <a:ea typeface="Arial"/>
                <a:cs typeface="Arial"/>
              </a:defRPr>
            </a:defPPr>
            <a:lvl1pPr algn="l">
              <a:defRPr sz="5100" b="1">
                <a:solidFill>
                  <a:srgbClr val="FFFFFF"/>
                </a:solidFill>
                <a:latin typeface="Arial"/>
                <a:ea typeface="Arial"/>
                <a:cs typeface="Arial"/>
              </a:defRPr>
            </a:lvl1pPr>
            <a:lvl2pPr algn="l">
              <a:defRPr sz="5100" b="1">
                <a:solidFill>
                  <a:srgbClr val="FFFFFF"/>
                </a:solidFill>
                <a:latin typeface="Arial"/>
                <a:ea typeface="Arial"/>
                <a:cs typeface="Arial"/>
              </a:defRPr>
            </a:lvl2pPr>
            <a:lvl3pPr algn="l">
              <a:defRPr sz="5100" b="1">
                <a:solidFill>
                  <a:srgbClr val="FFFFFF"/>
                </a:solidFill>
                <a:latin typeface="Arial"/>
                <a:ea typeface="Arial"/>
                <a:cs typeface="Arial"/>
              </a:defRPr>
            </a:lvl3pPr>
            <a:lvl4pPr algn="l">
              <a:defRPr sz="5100" b="1">
                <a:solidFill>
                  <a:srgbClr val="FFFFFF"/>
                </a:solidFill>
                <a:latin typeface="Arial"/>
                <a:ea typeface="Arial"/>
                <a:cs typeface="Arial"/>
              </a:defRPr>
            </a:lvl4pPr>
            <a:lvl5pPr algn="l">
              <a:defRPr sz="5100" b="1">
                <a:solidFill>
                  <a:srgbClr val="FFFFFF"/>
                </a:solidFill>
                <a:latin typeface="Arial"/>
                <a:ea typeface="Arial"/>
                <a:cs typeface="Arial"/>
              </a:defRPr>
            </a:lvl5pPr>
            <a:lvl6pPr algn="l">
              <a:defRPr sz="5100" b="1">
                <a:solidFill>
                  <a:srgbClr val="FFFFFF"/>
                </a:solidFill>
                <a:latin typeface="Arial"/>
                <a:ea typeface="Arial"/>
                <a:cs typeface="Arial"/>
              </a:defRPr>
            </a:lvl6pPr>
            <a:lvl7pPr algn="l">
              <a:defRPr sz="5100" b="1">
                <a:solidFill>
                  <a:srgbClr val="FFFFFF"/>
                </a:solidFill>
                <a:latin typeface="Arial"/>
                <a:ea typeface="Arial"/>
                <a:cs typeface="Arial"/>
              </a:defRPr>
            </a:lvl7pPr>
            <a:lvl8pPr algn="l">
              <a:defRPr sz="5100" b="1">
                <a:solidFill>
                  <a:srgbClr val="FFFFFF"/>
                </a:solidFill>
                <a:latin typeface="Arial"/>
                <a:ea typeface="Arial"/>
                <a:cs typeface="Arial"/>
              </a:defRPr>
            </a:lvl8pPr>
            <a:lvl9pPr algn="l">
              <a:defRPr sz="5100" b="1">
                <a:solidFill>
                  <a:srgbClr val="FFFFFF"/>
                </a:solidFill>
                <a:latin typeface="Arial"/>
                <a:ea typeface="Arial"/>
                <a:cs typeface="Arial"/>
              </a:defRPr>
            </a:lvl9pPr>
          </a:lstStyle>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A better way</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to choose a walk</a:t>
            </a:r>
          </a:p>
        </p:txBody>
      </p:sp>
      <p:sp>
        <p:nvSpPr>
          <p:cNvPr id="4" name="cover-subtitle">
            <a:extLst xmlns:a="http://schemas.openxmlformats.org/drawingml/2006/main">
              <a:ext uri="{FF2B5EF4-FFF2-40B4-BE49-F238E27FC236}">
                <a16:creationId xmlns:a16="http://schemas.microsoft.com/office/drawing/2014/main" id="{8B79C29C-5C52-4D5E-869E-D60698E82649}"/>
              </a:ext>
            </a:extLst>
          </p:cNvPr>
          <p:cNvSpPr>
            <a:spLocks xmlns:a="http://schemas.openxmlformats.org/drawingml/2006/main" noGrp="1"/>
          </p:cNvSpPr>
          <p:nvPr/>
        </p:nvSpPr>
        <p:spPr>
          <a:xfrm xmlns:a="http://schemas.openxmlformats.org/drawingml/2006/main">
            <a:off x="781050" y="4057650"/>
            <a:ext cx="666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a:solidFill>
                  <a:srgbClr val="D8D3E6"/>
                </a:solidFill>
                <a:latin typeface="Arial"/>
                <a:ea typeface="Arial"/>
                <a:cs typeface="Arial"/>
              </a:defRPr>
            </a:defPPr>
            <a:lvl1pPr algn="l">
              <a:defRPr sz="2100" b="0">
                <a:solidFill>
                  <a:srgbClr val="D8D3E6"/>
                </a:solidFill>
                <a:latin typeface="Arial"/>
                <a:ea typeface="Arial"/>
                <a:cs typeface="Arial"/>
              </a:defRPr>
            </a:lvl1pPr>
            <a:lvl2pPr algn="l">
              <a:defRPr sz="2100" b="0">
                <a:solidFill>
                  <a:srgbClr val="D8D3E6"/>
                </a:solidFill>
                <a:latin typeface="Arial"/>
                <a:ea typeface="Arial"/>
                <a:cs typeface="Arial"/>
              </a:defRPr>
            </a:lvl2pPr>
            <a:lvl3pPr algn="l">
              <a:defRPr sz="2100" b="0">
                <a:solidFill>
                  <a:srgbClr val="D8D3E6"/>
                </a:solidFill>
                <a:latin typeface="Arial"/>
                <a:ea typeface="Arial"/>
                <a:cs typeface="Arial"/>
              </a:defRPr>
            </a:lvl3pPr>
            <a:lvl4pPr algn="l">
              <a:defRPr sz="2100" b="0">
                <a:solidFill>
                  <a:srgbClr val="D8D3E6"/>
                </a:solidFill>
                <a:latin typeface="Arial"/>
                <a:ea typeface="Arial"/>
                <a:cs typeface="Arial"/>
              </a:defRPr>
            </a:lvl4pPr>
            <a:lvl5pPr algn="l">
              <a:defRPr sz="2100" b="0">
                <a:solidFill>
                  <a:srgbClr val="D8D3E6"/>
                </a:solidFill>
                <a:latin typeface="Arial"/>
                <a:ea typeface="Arial"/>
                <a:cs typeface="Arial"/>
              </a:defRPr>
            </a:lvl5pPr>
            <a:lvl6pPr algn="l">
              <a:defRPr sz="2100" b="0">
                <a:solidFill>
                  <a:srgbClr val="D8D3E6"/>
                </a:solidFill>
                <a:latin typeface="Arial"/>
                <a:ea typeface="Arial"/>
                <a:cs typeface="Arial"/>
              </a:defRPr>
            </a:lvl6pPr>
            <a:lvl7pPr algn="l">
              <a:defRPr sz="2100" b="0">
                <a:solidFill>
                  <a:srgbClr val="D8D3E6"/>
                </a:solidFill>
                <a:latin typeface="Arial"/>
                <a:ea typeface="Arial"/>
                <a:cs typeface="Arial"/>
              </a:defRPr>
            </a:lvl7pPr>
            <a:lvl8pPr algn="l">
              <a:defRPr sz="2100" b="0">
                <a:solidFill>
                  <a:srgbClr val="D8D3E6"/>
                </a:solidFill>
                <a:latin typeface="Arial"/>
                <a:ea typeface="Arial"/>
                <a:cs typeface="Arial"/>
              </a:defRPr>
            </a:lvl8pPr>
            <a:lvl9pPr algn="l">
              <a:defRPr sz="2100" b="0">
                <a:solidFill>
                  <a:srgbClr val="D8D3E6"/>
                </a:solidFill>
                <a:latin typeface="Arial"/>
                <a:ea typeface="Arial"/>
                <a:cs typeface="Arial"/>
              </a:defRPr>
            </a:lvl9pPr>
          </a:lstStyle>
          <a:p xmlns:a="http://schemas.openxmlformats.org/drawingml/2006/main">
            <a:pPr algn="l">
              <a:defRPr sz="2100" b="0">
                <a:solidFill>
                  <a:srgbClr val="D8D3E6"/>
                </a:solidFill>
                <a:latin typeface="Arial"/>
                <a:ea typeface="Arial"/>
                <a:cs typeface="Arial"/>
              </a:defRPr>
            </a:pPr>
            <a:r>
              <a:rPr sz="2100" b="0">
                <a:solidFill>
                  <a:srgbClr val="D8D3E6"/>
                </a:solidFill>
                <a:latin typeface="Arial"/>
                <a:ea typeface="Arial"/>
                <a:cs typeface="Arial"/>
              </a:rPr>
              <a:t>Walking directions that weigh street-level evidence</a:t>
            </a:r>
          </a:p>
          <a:p xmlns:a="http://schemas.openxmlformats.org/drawingml/2006/main">
            <a:pPr algn="l">
              <a:defRPr sz="2100" b="0">
                <a:solidFill>
                  <a:srgbClr val="D8D3E6"/>
                </a:solidFill>
                <a:latin typeface="Arial"/>
                <a:ea typeface="Arial"/>
                <a:cs typeface="Arial"/>
              </a:defRPr>
            </a:pPr>
            <a:r>
              <a:rPr sz="2100" b="0">
                <a:solidFill>
                  <a:srgbClr val="D8D3E6"/>
                </a:solidFill>
                <a:latin typeface="Arial"/>
                <a:ea typeface="Arial"/>
                <a:cs typeface="Arial"/>
              </a:rPr>
              <a:t>for the time you expect to arrive.</a:t>
            </a:r>
          </a:p>
        </p:txBody>
      </p:sp>
      <p:sp>
        <p:nvSpPr>
          <p:cNvPr id="5" name="cover-tag">
            <a:extLst xmlns:a="http://schemas.openxmlformats.org/drawingml/2006/main">
              <a:ext uri="{FF2B5EF4-FFF2-40B4-BE49-F238E27FC236}">
                <a16:creationId xmlns:a16="http://schemas.microsoft.com/office/drawing/2014/main" id="{13A8385C-EBFA-49B0-8EAA-67962328DB7E}"/>
              </a:ext>
            </a:extLst>
          </p:cNvPr>
          <p:cNvSpPr>
            <a:spLocks xmlns:a="http://schemas.openxmlformats.org/drawingml/2006/main" noGrp="1"/>
          </p:cNvSpPr>
          <p:nvPr/>
        </p:nvSpPr>
        <p:spPr>
          <a:xfrm xmlns:a="http://schemas.openxmlformats.org/drawingml/2006/main">
            <a:off x="781050" y="5467350"/>
            <a:ext cx="95250" cy="95250"/>
          </a:xfrm>
          <a:prstGeom xmlns:a="http://schemas.openxmlformats.org/drawingml/2006/main" prst="ellipse">
            <a:avLst/>
          </a:prstGeom>
          <a:solidFill xmlns:a="http://schemas.openxmlformats.org/drawingml/2006/main">
            <a:srgbClr val="15966A"/>
          </a:solidFill>
          <a:ln xmlns:a="http://schemas.openxmlformats.org/drawingml/2006/main" w="0">
            <a:noFill/>
            <a:prstDash val="solid"/>
          </a:ln>
        </p:spPr>
      </p:sp>
      <p:sp>
        <p:nvSpPr>
          <p:cNvPr id="6" name="cover-event">
            <a:extLst xmlns:a="http://schemas.openxmlformats.org/drawingml/2006/main">
              <a:ext uri="{FF2B5EF4-FFF2-40B4-BE49-F238E27FC236}">
                <a16:creationId xmlns:a16="http://schemas.microsoft.com/office/drawing/2014/main" id="{8DF01494-7BDC-448D-9270-E3BF25DFE7BE}"/>
              </a:ext>
            </a:extLst>
          </p:cNvPr>
          <p:cNvSpPr>
            <a:spLocks xmlns:a="http://schemas.openxmlformats.org/drawingml/2006/main" noGrp="1"/>
          </p:cNvSpPr>
          <p:nvPr/>
        </p:nvSpPr>
        <p:spPr>
          <a:xfrm xmlns:a="http://schemas.openxmlformats.org/drawingml/2006/main">
            <a:off x="1009650" y="54006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E6E3EE"/>
                </a:solidFill>
                <a:latin typeface="Arial"/>
                <a:ea typeface="Arial"/>
                <a:cs typeface="Arial"/>
              </a:defRPr>
            </a:defPPr>
            <a:lvl1pPr algn="l">
              <a:defRPr sz="1350" b="1">
                <a:solidFill>
                  <a:srgbClr val="E6E3EE"/>
                </a:solidFill>
                <a:latin typeface="Arial"/>
                <a:ea typeface="Arial"/>
                <a:cs typeface="Arial"/>
              </a:defRPr>
            </a:lvl1pPr>
            <a:lvl2pPr algn="l">
              <a:defRPr sz="1350" b="1">
                <a:solidFill>
                  <a:srgbClr val="E6E3EE"/>
                </a:solidFill>
                <a:latin typeface="Arial"/>
                <a:ea typeface="Arial"/>
                <a:cs typeface="Arial"/>
              </a:defRPr>
            </a:lvl2pPr>
            <a:lvl3pPr algn="l">
              <a:defRPr sz="1350" b="1">
                <a:solidFill>
                  <a:srgbClr val="E6E3EE"/>
                </a:solidFill>
                <a:latin typeface="Arial"/>
                <a:ea typeface="Arial"/>
                <a:cs typeface="Arial"/>
              </a:defRPr>
            </a:lvl3pPr>
            <a:lvl4pPr algn="l">
              <a:defRPr sz="1350" b="1">
                <a:solidFill>
                  <a:srgbClr val="E6E3EE"/>
                </a:solidFill>
                <a:latin typeface="Arial"/>
                <a:ea typeface="Arial"/>
                <a:cs typeface="Arial"/>
              </a:defRPr>
            </a:lvl4pPr>
            <a:lvl5pPr algn="l">
              <a:defRPr sz="1350" b="1">
                <a:solidFill>
                  <a:srgbClr val="E6E3EE"/>
                </a:solidFill>
                <a:latin typeface="Arial"/>
                <a:ea typeface="Arial"/>
                <a:cs typeface="Arial"/>
              </a:defRPr>
            </a:lvl5pPr>
            <a:lvl6pPr algn="l">
              <a:defRPr sz="1350" b="1">
                <a:solidFill>
                  <a:srgbClr val="E6E3EE"/>
                </a:solidFill>
                <a:latin typeface="Arial"/>
                <a:ea typeface="Arial"/>
                <a:cs typeface="Arial"/>
              </a:defRPr>
            </a:lvl6pPr>
            <a:lvl7pPr algn="l">
              <a:defRPr sz="1350" b="1">
                <a:solidFill>
                  <a:srgbClr val="E6E3EE"/>
                </a:solidFill>
                <a:latin typeface="Arial"/>
                <a:ea typeface="Arial"/>
                <a:cs typeface="Arial"/>
              </a:defRPr>
            </a:lvl7pPr>
            <a:lvl8pPr algn="l">
              <a:defRPr sz="1350" b="1">
                <a:solidFill>
                  <a:srgbClr val="E6E3EE"/>
                </a:solidFill>
                <a:latin typeface="Arial"/>
                <a:ea typeface="Arial"/>
                <a:cs typeface="Arial"/>
              </a:defRPr>
            </a:lvl8pPr>
            <a:lvl9pPr algn="l">
              <a:defRPr sz="1350" b="1">
                <a:solidFill>
                  <a:srgbClr val="E6E3EE"/>
                </a:solidFill>
                <a:latin typeface="Arial"/>
                <a:ea typeface="Arial"/>
                <a:cs typeface="Arial"/>
              </a:defRPr>
            </a:lvl9pPr>
          </a:lstStyle>
          <a:p xmlns:a="http://schemas.openxmlformats.org/drawingml/2006/main">
            <a:pPr algn="l">
              <a:defRPr sz="1350" b="1">
                <a:solidFill>
                  <a:srgbClr val="E6E3EE"/>
                </a:solidFill>
                <a:latin typeface="Arial"/>
                <a:ea typeface="Arial"/>
                <a:cs typeface="Arial"/>
              </a:defRPr>
            </a:pPr>
            <a:r>
              <a:rPr sz="1350" b="1">
                <a:solidFill>
                  <a:srgbClr val="E6E3EE"/>
                </a:solidFill>
                <a:latin typeface="Arial"/>
                <a:ea typeface="Arial"/>
                <a:cs typeface="Arial"/>
              </a:rPr>
              <a:t>Hacktober Fest 2026  ·  GGSIPU</a:t>
            </a:r>
          </a:p>
        </p:txBody>
      </p:sp>
      <p:sp>
        <p:nvSpPr>
          <p:cNvPr id="7" name="cover-date">
            <a:extLst xmlns:a="http://schemas.openxmlformats.org/drawingml/2006/main">
              <a:ext uri="{FF2B5EF4-FFF2-40B4-BE49-F238E27FC236}">
                <a16:creationId xmlns:a16="http://schemas.microsoft.com/office/drawing/2014/main" id="{1AEEA246-EA1C-41D5-B4C5-E8941BEEF7AE}"/>
              </a:ext>
            </a:extLst>
          </p:cNvPr>
          <p:cNvSpPr>
            <a:spLocks xmlns:a="http://schemas.openxmlformats.org/drawingml/2006/main" noGrp="1"/>
          </p:cNvSpPr>
          <p:nvPr/>
        </p:nvSpPr>
        <p:spPr>
          <a:xfrm xmlns:a="http://schemas.openxmlformats.org/drawingml/2006/main">
            <a:off x="762000" y="61912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ABA6BC"/>
                </a:solidFill>
                <a:latin typeface="Arial"/>
                <a:ea typeface="Arial"/>
                <a:cs typeface="Arial"/>
              </a:defRPr>
            </a:defPPr>
            <a:lvl1pPr algn="l">
              <a:defRPr sz="1125" b="0">
                <a:solidFill>
                  <a:srgbClr val="ABA6BC"/>
                </a:solidFill>
                <a:latin typeface="Arial"/>
                <a:ea typeface="Arial"/>
                <a:cs typeface="Arial"/>
              </a:defRPr>
            </a:lvl1pPr>
            <a:lvl2pPr algn="l">
              <a:defRPr sz="1125" b="0">
                <a:solidFill>
                  <a:srgbClr val="ABA6BC"/>
                </a:solidFill>
                <a:latin typeface="Arial"/>
                <a:ea typeface="Arial"/>
                <a:cs typeface="Arial"/>
              </a:defRPr>
            </a:lvl2pPr>
            <a:lvl3pPr algn="l">
              <a:defRPr sz="1125" b="0">
                <a:solidFill>
                  <a:srgbClr val="ABA6BC"/>
                </a:solidFill>
                <a:latin typeface="Arial"/>
                <a:ea typeface="Arial"/>
                <a:cs typeface="Arial"/>
              </a:defRPr>
            </a:lvl3pPr>
            <a:lvl4pPr algn="l">
              <a:defRPr sz="1125" b="0">
                <a:solidFill>
                  <a:srgbClr val="ABA6BC"/>
                </a:solidFill>
                <a:latin typeface="Arial"/>
                <a:ea typeface="Arial"/>
                <a:cs typeface="Arial"/>
              </a:defRPr>
            </a:lvl4pPr>
            <a:lvl5pPr algn="l">
              <a:defRPr sz="1125" b="0">
                <a:solidFill>
                  <a:srgbClr val="ABA6BC"/>
                </a:solidFill>
                <a:latin typeface="Arial"/>
                <a:ea typeface="Arial"/>
                <a:cs typeface="Arial"/>
              </a:defRPr>
            </a:lvl5pPr>
            <a:lvl6pPr algn="l">
              <a:defRPr sz="1125" b="0">
                <a:solidFill>
                  <a:srgbClr val="ABA6BC"/>
                </a:solidFill>
                <a:latin typeface="Arial"/>
                <a:ea typeface="Arial"/>
                <a:cs typeface="Arial"/>
              </a:defRPr>
            </a:lvl6pPr>
            <a:lvl7pPr algn="l">
              <a:defRPr sz="1125" b="0">
                <a:solidFill>
                  <a:srgbClr val="ABA6BC"/>
                </a:solidFill>
                <a:latin typeface="Arial"/>
                <a:ea typeface="Arial"/>
                <a:cs typeface="Arial"/>
              </a:defRPr>
            </a:lvl7pPr>
            <a:lvl8pPr algn="l">
              <a:defRPr sz="1125" b="0">
                <a:solidFill>
                  <a:srgbClr val="ABA6BC"/>
                </a:solidFill>
                <a:latin typeface="Arial"/>
                <a:ea typeface="Arial"/>
                <a:cs typeface="Arial"/>
              </a:defRPr>
            </a:lvl8pPr>
            <a:lvl9pPr algn="l">
              <a:defRPr sz="1125" b="0">
                <a:solidFill>
                  <a:srgbClr val="ABA6BC"/>
                </a:solidFill>
                <a:latin typeface="Arial"/>
                <a:ea typeface="Arial"/>
                <a:cs typeface="Arial"/>
              </a:defRPr>
            </a:lvl9pPr>
          </a:lstStyle>
          <a:p xmlns:a="http://schemas.openxmlformats.org/drawingml/2006/main">
            <a:pPr algn="l">
              <a:defRPr sz="1125" b="0">
                <a:solidFill>
                  <a:srgbClr val="ABA6BC"/>
                </a:solidFill>
                <a:latin typeface="Arial"/>
                <a:ea typeface="Arial"/>
                <a:cs typeface="Arial"/>
              </a:defRPr>
            </a:pPr>
            <a:r>
              <a:rPr sz="1125" b="0">
                <a:solidFill>
                  <a:srgbClr val="ABA6BC"/>
                </a:solidFill>
                <a:latin typeface="Arial"/>
                <a:ea typeface="Arial"/>
                <a:cs typeface="Arial"/>
              </a:rPr>
              <a:t>30 October 2026</a:t>
            </a:r>
          </a:p>
        </p:txBody>
      </p:sp>
    </p:spTree>
    <p:extLst>
      <p:ext uri="{BB962C8B-B14F-4D97-AF65-F5344CB8AC3E}">
        <p14:creationId xmlns:p14="http://schemas.microsoft.com/office/powerpoint/2010/main" val="1554757493"/>
      </p:ext>
    </p:extLst>
  </p:cSld>
</p:sld>
</file>

<file path=ppt/slides/slide2.xml><?xml version="1.0" encoding="utf-8"?>
<p:sld xmlns:p="http://schemas.openxmlformats.org/presentationml/2006/main">
  <p:cSld>
    <p:bg>
      <p:bgPr>
        <a:solidFill xmlns:a="http://schemas.openxmlformats.org/drawingml/2006/main">
          <a:srgbClr val="F7F6FB"/>
        </a:solidFill>
      </p:bgPr>
    </p:bg>
    <p:spTree>
      <p:nvGrpSpPr>
        <p:cNvPr id="1" name=""/>
        <p:cNvGrpSpPr/>
        <p:nvPr/>
      </p:nvGrpSpPr>
      <p:grpSpPr>
        <a:xfrm xmlns:a="http://schemas.openxmlformats.org/drawingml/2006/main"/>
      </p:grpSpPr>
      <p:sp>
        <p:nvSpPr>
          <p:cNvPr id="10" name="accent-2">
            <a:extLst xmlns:a="http://schemas.openxmlformats.org/drawingml/2006/main">
              <a:ext uri="{FF2B5EF4-FFF2-40B4-BE49-F238E27FC236}">
                <a16:creationId xmlns:a16="http://schemas.microsoft.com/office/drawing/2014/main" id="{84110818-C22F-4480-98F5-4D7FF593D612}"/>
              </a:ext>
            </a:extLst>
          </p:cNvPr>
          <p:cNvSpPr>
            <a:spLocks xmlns:a="http://schemas.openxmlformats.org/drawingml/2006/main" noGrp="1"/>
          </p:cNvSpPr>
          <p:nvPr/>
        </p:nvSpPr>
        <p:spPr>
          <a:xfrm xmlns:a="http://schemas.openxmlformats.org/drawingml/2006/main">
            <a:off x="685800" y="628650"/>
            <a:ext cx="400050" cy="47625"/>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2" name="title-2">
            <a:extLst xmlns:a="http://schemas.openxmlformats.org/drawingml/2006/main">
              <a:ext uri="{FF2B5EF4-FFF2-40B4-BE49-F238E27FC236}">
                <a16:creationId xmlns:a16="http://schemas.microsoft.com/office/drawing/2014/main" id="{BE57C62C-9BF1-4CE2-8C3E-384BCC803A92}"/>
              </a:ext>
            </a:extLst>
          </p:cNvPr>
          <p:cNvSpPr>
            <a:spLocks xmlns:a="http://schemas.openxmlformats.org/drawingml/2006/main" noGrp="1"/>
          </p:cNvSpPr>
          <p:nvPr/>
        </p:nvSpPr>
        <p:spPr>
          <a:xfrm xmlns:a="http://schemas.openxmlformats.org/drawingml/2006/main">
            <a:off x="685800" y="8953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17162B"/>
                </a:solidFill>
                <a:latin typeface="Arial"/>
                <a:ea typeface="Arial"/>
                <a:cs typeface="Arial"/>
              </a:defRPr>
            </a:defPPr>
            <a:lvl1pPr algn="l">
              <a:defRPr sz="3900" b="1">
                <a:solidFill>
                  <a:srgbClr val="17162B"/>
                </a:solidFill>
                <a:latin typeface="Arial"/>
                <a:ea typeface="Arial"/>
                <a:cs typeface="Arial"/>
              </a:defRPr>
            </a:lvl1pPr>
            <a:lvl2pPr algn="l">
              <a:defRPr sz="3900" b="1">
                <a:solidFill>
                  <a:srgbClr val="17162B"/>
                </a:solidFill>
                <a:latin typeface="Arial"/>
                <a:ea typeface="Arial"/>
                <a:cs typeface="Arial"/>
              </a:defRPr>
            </a:lvl2pPr>
            <a:lvl3pPr algn="l">
              <a:defRPr sz="3900" b="1">
                <a:solidFill>
                  <a:srgbClr val="17162B"/>
                </a:solidFill>
                <a:latin typeface="Arial"/>
                <a:ea typeface="Arial"/>
                <a:cs typeface="Arial"/>
              </a:defRPr>
            </a:lvl3pPr>
            <a:lvl4pPr algn="l">
              <a:defRPr sz="3900" b="1">
                <a:solidFill>
                  <a:srgbClr val="17162B"/>
                </a:solidFill>
                <a:latin typeface="Arial"/>
                <a:ea typeface="Arial"/>
                <a:cs typeface="Arial"/>
              </a:defRPr>
            </a:lvl4pPr>
            <a:lvl5pPr algn="l">
              <a:defRPr sz="3900" b="1">
                <a:solidFill>
                  <a:srgbClr val="17162B"/>
                </a:solidFill>
                <a:latin typeface="Arial"/>
                <a:ea typeface="Arial"/>
                <a:cs typeface="Arial"/>
              </a:defRPr>
            </a:lvl5pPr>
            <a:lvl6pPr algn="l">
              <a:defRPr sz="3900" b="1">
                <a:solidFill>
                  <a:srgbClr val="17162B"/>
                </a:solidFill>
                <a:latin typeface="Arial"/>
                <a:ea typeface="Arial"/>
                <a:cs typeface="Arial"/>
              </a:defRPr>
            </a:lvl6pPr>
            <a:lvl7pPr algn="l">
              <a:defRPr sz="3900" b="1">
                <a:solidFill>
                  <a:srgbClr val="17162B"/>
                </a:solidFill>
                <a:latin typeface="Arial"/>
                <a:ea typeface="Arial"/>
                <a:cs typeface="Arial"/>
              </a:defRPr>
            </a:lvl7pPr>
            <a:lvl8pPr algn="l">
              <a:defRPr sz="3900" b="1">
                <a:solidFill>
                  <a:srgbClr val="17162B"/>
                </a:solidFill>
                <a:latin typeface="Arial"/>
                <a:ea typeface="Arial"/>
                <a:cs typeface="Arial"/>
              </a:defRPr>
            </a:lvl8pPr>
            <a:lvl9pPr algn="l">
              <a:defRPr sz="3900" b="1">
                <a:solidFill>
                  <a:srgbClr val="17162B"/>
                </a:solidFill>
                <a:latin typeface="Arial"/>
                <a:ea typeface="Arial"/>
                <a:cs typeface="Arial"/>
              </a:defRPr>
            </a:lvl9pPr>
          </a:lstStyle>
          <a:p xmlns:a="http://schemas.openxmlformats.org/drawingml/2006/main">
            <a:pPr algn="l">
              <a:defRPr sz="3900" b="1">
                <a:solidFill>
                  <a:srgbClr val="17162B"/>
                </a:solidFill>
                <a:latin typeface="Arial"/>
                <a:ea typeface="Arial"/>
                <a:cs typeface="Arial"/>
              </a:defRPr>
            </a:pPr>
            <a:r>
              <a:rPr sz="3900" b="1">
                <a:solidFill>
                  <a:srgbClr val="17162B"/>
                </a:solidFill>
                <a:latin typeface="Arial"/>
                <a:ea typeface="Arial"/>
                <a:cs typeface="Arial"/>
              </a:rPr>
              <a:t>The walking decision</a:t>
            </a:r>
          </a:p>
        </p:txBody>
      </p:sp>
      <p:sp>
        <p:nvSpPr>
          <p:cNvPr id="3" name="footer-2">
            <a:extLst xmlns:a="http://schemas.openxmlformats.org/drawingml/2006/main">
              <a:ext uri="{FF2B5EF4-FFF2-40B4-BE49-F238E27FC236}">
                <a16:creationId xmlns:a16="http://schemas.microsoft.com/office/drawing/2014/main" id="{C280AE85-4BC8-4B83-958B-C10D0690F810}"/>
              </a:ext>
            </a:extLst>
          </p:cNvPr>
          <p:cNvSpPr>
            <a:spLocks xmlns:a="http://schemas.openxmlformats.org/drawingml/2006/main" noGrp="1"/>
          </p:cNvSpPr>
          <p:nvPr/>
        </p:nvSpPr>
        <p:spPr>
          <a:xfrm xmlns:a="http://schemas.openxmlformats.org/drawingml/2006/main">
            <a:off x="685800" y="64198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647A"/>
                </a:solidFill>
                <a:latin typeface="Arial"/>
                <a:ea typeface="Arial"/>
                <a:cs typeface="Arial"/>
              </a:defRPr>
            </a:defPPr>
            <a:lvl1pPr algn="l">
              <a:defRPr sz="975" b="1">
                <a:solidFill>
                  <a:srgbClr val="65647A"/>
                </a:solidFill>
                <a:latin typeface="Arial"/>
                <a:ea typeface="Arial"/>
                <a:cs typeface="Arial"/>
              </a:defRPr>
            </a:lvl1pPr>
            <a:lvl2pPr algn="l">
              <a:defRPr sz="975" b="1">
                <a:solidFill>
                  <a:srgbClr val="65647A"/>
                </a:solidFill>
                <a:latin typeface="Arial"/>
                <a:ea typeface="Arial"/>
                <a:cs typeface="Arial"/>
              </a:defRPr>
            </a:lvl2pPr>
            <a:lvl3pPr algn="l">
              <a:defRPr sz="975" b="1">
                <a:solidFill>
                  <a:srgbClr val="65647A"/>
                </a:solidFill>
                <a:latin typeface="Arial"/>
                <a:ea typeface="Arial"/>
                <a:cs typeface="Arial"/>
              </a:defRPr>
            </a:lvl3pPr>
            <a:lvl4pPr algn="l">
              <a:defRPr sz="975" b="1">
                <a:solidFill>
                  <a:srgbClr val="65647A"/>
                </a:solidFill>
                <a:latin typeface="Arial"/>
                <a:ea typeface="Arial"/>
                <a:cs typeface="Arial"/>
              </a:defRPr>
            </a:lvl4pPr>
            <a:lvl5pPr algn="l">
              <a:defRPr sz="975" b="1">
                <a:solidFill>
                  <a:srgbClr val="65647A"/>
                </a:solidFill>
                <a:latin typeface="Arial"/>
                <a:ea typeface="Arial"/>
                <a:cs typeface="Arial"/>
              </a:defRPr>
            </a:lvl5pPr>
            <a:lvl6pPr algn="l">
              <a:defRPr sz="975" b="1">
                <a:solidFill>
                  <a:srgbClr val="65647A"/>
                </a:solidFill>
                <a:latin typeface="Arial"/>
                <a:ea typeface="Arial"/>
                <a:cs typeface="Arial"/>
              </a:defRPr>
            </a:lvl6pPr>
            <a:lvl7pPr algn="l">
              <a:defRPr sz="975" b="1">
                <a:solidFill>
                  <a:srgbClr val="65647A"/>
                </a:solidFill>
                <a:latin typeface="Arial"/>
                <a:ea typeface="Arial"/>
                <a:cs typeface="Arial"/>
              </a:defRPr>
            </a:lvl7pPr>
            <a:lvl8pPr algn="l">
              <a:defRPr sz="975" b="1">
                <a:solidFill>
                  <a:srgbClr val="65647A"/>
                </a:solidFill>
                <a:latin typeface="Arial"/>
                <a:ea typeface="Arial"/>
                <a:cs typeface="Arial"/>
              </a:defRPr>
            </a:lvl8pPr>
            <a:lvl9pPr algn="l">
              <a:defRPr sz="975" b="1">
                <a:solidFill>
                  <a:srgbClr val="65647A"/>
                </a:solidFill>
                <a:latin typeface="Arial"/>
                <a:ea typeface="Arial"/>
                <a:cs typeface="Arial"/>
              </a:defRPr>
            </a:lvl9pPr>
          </a:lstStyle>
          <a:p xmlns:a="http://schemas.openxmlformats.org/drawingml/2006/main">
            <a:pPr algn="l">
              <a:defRPr sz="975" b="1">
                <a:solidFill>
                  <a:srgbClr val="65647A"/>
                </a:solidFill>
                <a:latin typeface="Arial"/>
                <a:ea typeface="Arial"/>
                <a:cs typeface="Arial"/>
              </a:defRPr>
            </a:pPr>
            <a:r>
              <a:rPr sz="975" b="1">
                <a:solidFill>
                  <a:srgbClr val="65647A"/>
                </a:solidFill>
                <a:latin typeface="Arial"/>
                <a:ea typeface="Arial"/>
                <a:cs typeface="Arial"/>
              </a:rPr>
              <a:t>SAFEROUTE  /  HACKTOBER FEST 2026</a:t>
            </a:r>
          </a:p>
        </p:txBody>
      </p:sp>
      <p:sp>
        <p:nvSpPr>
          <p:cNvPr id="4" name="number-2">
            <a:extLst xmlns:a="http://schemas.openxmlformats.org/drawingml/2006/main">
              <a:ext uri="{FF2B5EF4-FFF2-40B4-BE49-F238E27FC236}">
                <a16:creationId xmlns:a16="http://schemas.microsoft.com/office/drawing/2014/main" id="{AB54C5F4-FD0D-4BA4-8D30-0391B1F92F8D}"/>
              </a:ext>
            </a:extLst>
          </p:cNvPr>
          <p:cNvSpPr>
            <a:spLocks xmlns:a="http://schemas.openxmlformats.org/drawingml/2006/main" noGrp="1"/>
          </p:cNvSpPr>
          <p:nvPr/>
        </p:nvSpPr>
        <p:spPr>
          <a:xfrm xmlns:a="http://schemas.openxmlformats.org/drawingml/2006/main">
            <a:off x="11001375" y="63817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65647A"/>
                </a:solidFill>
                <a:latin typeface="Arial"/>
                <a:ea typeface="Arial"/>
                <a:cs typeface="Arial"/>
              </a:defRPr>
            </a:defPPr>
            <a:lvl1pPr algn="r">
              <a:defRPr sz="1200" b="1">
                <a:solidFill>
                  <a:srgbClr val="65647A"/>
                </a:solidFill>
                <a:latin typeface="Arial"/>
                <a:ea typeface="Arial"/>
                <a:cs typeface="Arial"/>
              </a:defRPr>
            </a:lvl1pPr>
            <a:lvl2pPr algn="r">
              <a:defRPr sz="1200" b="1">
                <a:solidFill>
                  <a:srgbClr val="65647A"/>
                </a:solidFill>
                <a:latin typeface="Arial"/>
                <a:ea typeface="Arial"/>
                <a:cs typeface="Arial"/>
              </a:defRPr>
            </a:lvl2pPr>
            <a:lvl3pPr algn="r">
              <a:defRPr sz="1200" b="1">
                <a:solidFill>
                  <a:srgbClr val="65647A"/>
                </a:solidFill>
                <a:latin typeface="Arial"/>
                <a:ea typeface="Arial"/>
                <a:cs typeface="Arial"/>
              </a:defRPr>
            </a:lvl3pPr>
            <a:lvl4pPr algn="r">
              <a:defRPr sz="1200" b="1">
                <a:solidFill>
                  <a:srgbClr val="65647A"/>
                </a:solidFill>
                <a:latin typeface="Arial"/>
                <a:ea typeface="Arial"/>
                <a:cs typeface="Arial"/>
              </a:defRPr>
            </a:lvl4pPr>
            <a:lvl5pPr algn="r">
              <a:defRPr sz="1200" b="1">
                <a:solidFill>
                  <a:srgbClr val="65647A"/>
                </a:solidFill>
                <a:latin typeface="Arial"/>
                <a:ea typeface="Arial"/>
                <a:cs typeface="Arial"/>
              </a:defRPr>
            </a:lvl5pPr>
            <a:lvl6pPr algn="r">
              <a:defRPr sz="1200" b="1">
                <a:solidFill>
                  <a:srgbClr val="65647A"/>
                </a:solidFill>
                <a:latin typeface="Arial"/>
                <a:ea typeface="Arial"/>
                <a:cs typeface="Arial"/>
              </a:defRPr>
            </a:lvl6pPr>
            <a:lvl7pPr algn="r">
              <a:defRPr sz="1200" b="1">
                <a:solidFill>
                  <a:srgbClr val="65647A"/>
                </a:solidFill>
                <a:latin typeface="Arial"/>
                <a:ea typeface="Arial"/>
                <a:cs typeface="Arial"/>
              </a:defRPr>
            </a:lvl7pPr>
            <a:lvl8pPr algn="r">
              <a:defRPr sz="1200" b="1">
                <a:solidFill>
                  <a:srgbClr val="65647A"/>
                </a:solidFill>
                <a:latin typeface="Arial"/>
                <a:ea typeface="Arial"/>
                <a:cs typeface="Arial"/>
              </a:defRPr>
            </a:lvl8pPr>
            <a:lvl9pPr algn="r">
              <a:defRPr sz="1200" b="1">
                <a:solidFill>
                  <a:srgbClr val="65647A"/>
                </a:solidFill>
                <a:latin typeface="Arial"/>
                <a:ea typeface="Arial"/>
                <a:cs typeface="Arial"/>
              </a:defRPr>
            </a:lvl9pPr>
          </a:lstStyle>
          <a:p xmlns:a="http://schemas.openxmlformats.org/drawingml/2006/main">
            <a:pPr algn="r">
              <a:defRPr sz="1200" b="1">
                <a:solidFill>
                  <a:srgbClr val="65647A"/>
                </a:solidFill>
                <a:latin typeface="Arial"/>
                <a:ea typeface="Arial"/>
                <a:cs typeface="Arial"/>
              </a:defRPr>
            </a:pPr>
            <a:r>
              <a:rPr sz="1200" b="1">
                <a:solidFill>
                  <a:srgbClr val="65647A"/>
                </a:solidFill>
                <a:latin typeface="Arial"/>
                <a:ea typeface="Arial"/>
                <a:cs typeface="Arial"/>
              </a:rPr>
              <a:t>02</a:t>
            </a:r>
          </a:p>
        </p:txBody>
      </p:sp>
      <p:sp>
        <p:nvSpPr>
          <p:cNvPr id="5" name="problem-lead">
            <a:extLst xmlns:a="http://schemas.openxmlformats.org/drawingml/2006/main">
              <a:ext uri="{FF2B5EF4-FFF2-40B4-BE49-F238E27FC236}">
                <a16:creationId xmlns:a16="http://schemas.microsoft.com/office/drawing/2014/main" id="{3357757D-6386-4835-A5F1-8174492B30CD}"/>
              </a:ext>
            </a:extLst>
          </p:cNvPr>
          <p:cNvSpPr>
            <a:spLocks xmlns:a="http://schemas.openxmlformats.org/drawingml/2006/main" noGrp="1"/>
          </p:cNvSpPr>
          <p:nvPr/>
        </p:nvSpPr>
        <p:spPr>
          <a:xfrm xmlns:a="http://schemas.openxmlformats.org/drawingml/2006/main">
            <a:off x="762000" y="1952625"/>
            <a:ext cx="4857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851"/>
          </a:bodyPr>
          <a:lstStyle xmlns:a="http://schemas.openxmlformats.org/drawingml/2006/main">
            <a:defPPr algn="l">
              <a:defRPr sz="2850" b="1">
                <a:solidFill>
                  <a:srgbClr val="17162B"/>
                </a:solidFill>
                <a:latin typeface="Arial"/>
                <a:ea typeface="Arial"/>
                <a:cs typeface="Arial"/>
              </a:defRPr>
            </a:defPPr>
            <a:lvl1pPr algn="l">
              <a:defRPr sz="2850" b="1">
                <a:solidFill>
                  <a:srgbClr val="17162B"/>
                </a:solidFill>
                <a:latin typeface="Arial"/>
                <a:ea typeface="Arial"/>
                <a:cs typeface="Arial"/>
              </a:defRPr>
            </a:lvl1pPr>
            <a:lvl2pPr algn="l">
              <a:defRPr sz="2850" b="1">
                <a:solidFill>
                  <a:srgbClr val="17162B"/>
                </a:solidFill>
                <a:latin typeface="Arial"/>
                <a:ea typeface="Arial"/>
                <a:cs typeface="Arial"/>
              </a:defRPr>
            </a:lvl2pPr>
            <a:lvl3pPr algn="l">
              <a:defRPr sz="2850" b="1">
                <a:solidFill>
                  <a:srgbClr val="17162B"/>
                </a:solidFill>
                <a:latin typeface="Arial"/>
                <a:ea typeface="Arial"/>
                <a:cs typeface="Arial"/>
              </a:defRPr>
            </a:lvl3pPr>
            <a:lvl4pPr algn="l">
              <a:defRPr sz="2850" b="1">
                <a:solidFill>
                  <a:srgbClr val="17162B"/>
                </a:solidFill>
                <a:latin typeface="Arial"/>
                <a:ea typeface="Arial"/>
                <a:cs typeface="Arial"/>
              </a:defRPr>
            </a:lvl4pPr>
            <a:lvl5pPr algn="l">
              <a:defRPr sz="2850" b="1">
                <a:solidFill>
                  <a:srgbClr val="17162B"/>
                </a:solidFill>
                <a:latin typeface="Arial"/>
                <a:ea typeface="Arial"/>
                <a:cs typeface="Arial"/>
              </a:defRPr>
            </a:lvl5pPr>
            <a:lvl6pPr algn="l">
              <a:defRPr sz="2850" b="1">
                <a:solidFill>
                  <a:srgbClr val="17162B"/>
                </a:solidFill>
                <a:latin typeface="Arial"/>
                <a:ea typeface="Arial"/>
                <a:cs typeface="Arial"/>
              </a:defRPr>
            </a:lvl6pPr>
            <a:lvl7pPr algn="l">
              <a:defRPr sz="2850" b="1">
                <a:solidFill>
                  <a:srgbClr val="17162B"/>
                </a:solidFill>
                <a:latin typeface="Arial"/>
                <a:ea typeface="Arial"/>
                <a:cs typeface="Arial"/>
              </a:defRPr>
            </a:lvl7pPr>
            <a:lvl8pPr algn="l">
              <a:defRPr sz="2850" b="1">
                <a:solidFill>
                  <a:srgbClr val="17162B"/>
                </a:solidFill>
                <a:latin typeface="Arial"/>
                <a:ea typeface="Arial"/>
                <a:cs typeface="Arial"/>
              </a:defRPr>
            </a:lvl8pPr>
            <a:lvl9pPr algn="l">
              <a:defRPr sz="2850" b="1">
                <a:solidFill>
                  <a:srgbClr val="17162B"/>
                </a:solidFill>
                <a:latin typeface="Arial"/>
                <a:ea typeface="Arial"/>
                <a:cs typeface="Arial"/>
              </a:defRPr>
            </a:lvl9pPr>
          </a:lstStyle>
          <a:p xmlns:a="http://schemas.openxmlformats.org/drawingml/2006/main">
            <a:pPr algn="l">
              <a:defRPr sz="2850" b="1">
                <a:solidFill>
                  <a:srgbClr val="17162B"/>
                </a:solidFill>
                <a:latin typeface="Arial"/>
                <a:ea typeface="Arial"/>
                <a:cs typeface="Arial"/>
              </a:defRPr>
            </a:pPr>
            <a:r>
              <a:rPr sz="2850" b="1">
                <a:solidFill>
                  <a:srgbClr val="17162B"/>
                </a:solidFill>
                <a:latin typeface="Arial"/>
                <a:ea typeface="Arial"/>
                <a:cs typeface="Arial"/>
              </a:rPr>
              <a:t>Fastest answers one question:</a:t>
            </a:r>
          </a:p>
          <a:p xmlns:a="http://schemas.openxmlformats.org/drawingml/2006/main">
            <a:pPr algn="l">
              <a:defRPr sz="2850" b="1">
                <a:solidFill>
                  <a:srgbClr val="17162B"/>
                </a:solidFill>
                <a:latin typeface="Arial"/>
                <a:ea typeface="Arial"/>
                <a:cs typeface="Arial"/>
              </a:defRPr>
            </a:pPr>
            <a:r>
              <a:rPr sz="2850" b="1">
                <a:solidFill>
                  <a:srgbClr val="17162B"/>
                </a:solidFill>
                <a:latin typeface="Arial"/>
                <a:ea typeface="Arial"/>
                <a:cs typeface="Arial"/>
              </a:rPr>
              <a:t>how soon will I arrive?</a:t>
            </a:r>
          </a:p>
        </p:txBody>
      </p:sp>
      <p:sp>
        <p:nvSpPr>
          <p:cNvPr id="6" name="problem-divider">
            <a:extLst xmlns:a="http://schemas.openxmlformats.org/drawingml/2006/main">
              <a:ext uri="{FF2B5EF4-FFF2-40B4-BE49-F238E27FC236}">
                <a16:creationId xmlns:a16="http://schemas.microsoft.com/office/drawing/2014/main" id="{71D3F2CD-B727-438F-B280-66E09312C323}"/>
              </a:ext>
            </a:extLst>
          </p:cNvPr>
          <p:cNvSpPr>
            <a:spLocks xmlns:a="http://schemas.openxmlformats.org/drawingml/2006/main" noGrp="1"/>
          </p:cNvSpPr>
          <p:nvPr/>
        </p:nvSpPr>
        <p:spPr>
          <a:xfrm xmlns:a="http://schemas.openxmlformats.org/drawingml/2006/main">
            <a:off x="6076950" y="1885950"/>
            <a:ext cx="19050" cy="3295650"/>
          </a:xfrm>
          <a:prstGeom xmlns:a="http://schemas.openxmlformats.org/drawingml/2006/main" prst="rect">
            <a:avLst/>
          </a:prstGeom>
          <a:solidFill xmlns:a="http://schemas.openxmlformats.org/drawingml/2006/main">
            <a:srgbClr val="DEDBE8"/>
          </a:solidFill>
          <a:ln xmlns:a="http://schemas.openxmlformats.org/drawingml/2006/main" w="0">
            <a:noFill/>
            <a:prstDash val="solid"/>
          </a:ln>
        </p:spPr>
      </p:sp>
      <p:sp>
        <p:nvSpPr>
          <p:cNvPr id="7" name="problem-question-label">
            <a:extLst xmlns:a="http://schemas.openxmlformats.org/drawingml/2006/main">
              <a:ext uri="{FF2B5EF4-FFF2-40B4-BE49-F238E27FC236}">
                <a16:creationId xmlns:a16="http://schemas.microsoft.com/office/drawing/2014/main" id="{9E612506-288C-4F80-83BA-EC4C6465DAA2}"/>
              </a:ext>
            </a:extLst>
          </p:cNvPr>
          <p:cNvSpPr>
            <a:spLocks xmlns:a="http://schemas.openxmlformats.org/drawingml/2006/main" noGrp="1"/>
          </p:cNvSpPr>
          <p:nvPr/>
        </p:nvSpPr>
        <p:spPr>
          <a:xfrm xmlns:a="http://schemas.openxmlformats.org/drawingml/2006/main">
            <a:off x="6667500" y="2028825"/>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5647A"/>
                </a:solidFill>
                <a:latin typeface="Arial"/>
                <a:ea typeface="Arial"/>
                <a:cs typeface="Arial"/>
              </a:defRPr>
            </a:defPPr>
            <a:lvl1pPr algn="l">
              <a:defRPr sz="1650" b="0">
                <a:solidFill>
                  <a:srgbClr val="65647A"/>
                </a:solidFill>
                <a:latin typeface="Arial"/>
                <a:ea typeface="Arial"/>
                <a:cs typeface="Arial"/>
              </a:defRPr>
            </a:lvl1pPr>
            <a:lvl2pPr algn="l">
              <a:defRPr sz="1650" b="0">
                <a:solidFill>
                  <a:srgbClr val="65647A"/>
                </a:solidFill>
                <a:latin typeface="Arial"/>
                <a:ea typeface="Arial"/>
                <a:cs typeface="Arial"/>
              </a:defRPr>
            </a:lvl2pPr>
            <a:lvl3pPr algn="l">
              <a:defRPr sz="1650" b="0">
                <a:solidFill>
                  <a:srgbClr val="65647A"/>
                </a:solidFill>
                <a:latin typeface="Arial"/>
                <a:ea typeface="Arial"/>
                <a:cs typeface="Arial"/>
              </a:defRPr>
            </a:lvl3pPr>
            <a:lvl4pPr algn="l">
              <a:defRPr sz="1650" b="0">
                <a:solidFill>
                  <a:srgbClr val="65647A"/>
                </a:solidFill>
                <a:latin typeface="Arial"/>
                <a:ea typeface="Arial"/>
                <a:cs typeface="Arial"/>
              </a:defRPr>
            </a:lvl4pPr>
            <a:lvl5pPr algn="l">
              <a:defRPr sz="1650" b="0">
                <a:solidFill>
                  <a:srgbClr val="65647A"/>
                </a:solidFill>
                <a:latin typeface="Arial"/>
                <a:ea typeface="Arial"/>
                <a:cs typeface="Arial"/>
              </a:defRPr>
            </a:lvl5pPr>
            <a:lvl6pPr algn="l">
              <a:defRPr sz="1650" b="0">
                <a:solidFill>
                  <a:srgbClr val="65647A"/>
                </a:solidFill>
                <a:latin typeface="Arial"/>
                <a:ea typeface="Arial"/>
                <a:cs typeface="Arial"/>
              </a:defRPr>
            </a:lvl6pPr>
            <a:lvl7pPr algn="l">
              <a:defRPr sz="1650" b="0">
                <a:solidFill>
                  <a:srgbClr val="65647A"/>
                </a:solidFill>
                <a:latin typeface="Arial"/>
                <a:ea typeface="Arial"/>
                <a:cs typeface="Arial"/>
              </a:defRPr>
            </a:lvl7pPr>
            <a:lvl8pPr algn="l">
              <a:defRPr sz="1650" b="0">
                <a:solidFill>
                  <a:srgbClr val="65647A"/>
                </a:solidFill>
                <a:latin typeface="Arial"/>
                <a:ea typeface="Arial"/>
                <a:cs typeface="Arial"/>
              </a:defRPr>
            </a:lvl8pPr>
            <a:lvl9pPr algn="l">
              <a:defRPr sz="1650" b="0">
                <a:solidFill>
                  <a:srgbClr val="65647A"/>
                </a:solidFill>
                <a:latin typeface="Arial"/>
                <a:ea typeface="Arial"/>
                <a:cs typeface="Arial"/>
              </a:defRPr>
            </a:lvl9pPr>
          </a:lstStyle>
          <a:p xmlns:a="http://schemas.openxmlformats.org/drawingml/2006/main">
            <a:pPr algn="l">
              <a:defRPr sz="1650" b="0">
                <a:solidFill>
                  <a:srgbClr val="65647A"/>
                </a:solidFill>
                <a:latin typeface="Arial"/>
                <a:ea typeface="Arial"/>
                <a:cs typeface="Arial"/>
              </a:defRPr>
            </a:pPr>
            <a:r>
              <a:rPr sz="1650" b="0">
                <a:solidFill>
                  <a:srgbClr val="65647A"/>
                </a:solidFill>
                <a:latin typeface="Arial"/>
                <a:ea typeface="Arial"/>
                <a:cs typeface="Arial"/>
              </a:rPr>
              <a:t>A night walk also raises</a:t>
            </a:r>
          </a:p>
        </p:txBody>
      </p:sp>
      <p:sp>
        <p:nvSpPr>
          <p:cNvPr id="8" name="problem-question">
            <a:extLst xmlns:a="http://schemas.openxmlformats.org/drawingml/2006/main">
              <a:ext uri="{FF2B5EF4-FFF2-40B4-BE49-F238E27FC236}">
                <a16:creationId xmlns:a16="http://schemas.microsoft.com/office/drawing/2014/main" id="{1F9AC99A-125C-46CA-A3EA-702C6FE05398}"/>
              </a:ext>
            </a:extLst>
          </p:cNvPr>
          <p:cNvSpPr>
            <a:spLocks xmlns:a="http://schemas.openxmlformats.org/drawingml/2006/main" noGrp="1"/>
          </p:cNvSpPr>
          <p:nvPr/>
        </p:nvSpPr>
        <p:spPr>
          <a:xfrm xmlns:a="http://schemas.openxmlformats.org/drawingml/2006/main">
            <a:off x="6667500" y="2571750"/>
            <a:ext cx="4524375"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6947FF"/>
                </a:solidFill>
                <a:latin typeface="Arial"/>
                <a:ea typeface="Arial"/>
                <a:cs typeface="Arial"/>
              </a:defRPr>
            </a:defPPr>
            <a:lvl1pPr algn="l">
              <a:defRPr sz="2925" b="1">
                <a:solidFill>
                  <a:srgbClr val="6947FF"/>
                </a:solidFill>
                <a:latin typeface="Arial"/>
                <a:ea typeface="Arial"/>
                <a:cs typeface="Arial"/>
              </a:defRPr>
            </a:lvl1pPr>
            <a:lvl2pPr algn="l">
              <a:defRPr sz="2925" b="1">
                <a:solidFill>
                  <a:srgbClr val="6947FF"/>
                </a:solidFill>
                <a:latin typeface="Arial"/>
                <a:ea typeface="Arial"/>
                <a:cs typeface="Arial"/>
              </a:defRPr>
            </a:lvl2pPr>
            <a:lvl3pPr algn="l">
              <a:defRPr sz="2925" b="1">
                <a:solidFill>
                  <a:srgbClr val="6947FF"/>
                </a:solidFill>
                <a:latin typeface="Arial"/>
                <a:ea typeface="Arial"/>
                <a:cs typeface="Arial"/>
              </a:defRPr>
            </a:lvl3pPr>
            <a:lvl4pPr algn="l">
              <a:defRPr sz="2925" b="1">
                <a:solidFill>
                  <a:srgbClr val="6947FF"/>
                </a:solidFill>
                <a:latin typeface="Arial"/>
                <a:ea typeface="Arial"/>
                <a:cs typeface="Arial"/>
              </a:defRPr>
            </a:lvl4pPr>
            <a:lvl5pPr algn="l">
              <a:defRPr sz="2925" b="1">
                <a:solidFill>
                  <a:srgbClr val="6947FF"/>
                </a:solidFill>
                <a:latin typeface="Arial"/>
                <a:ea typeface="Arial"/>
                <a:cs typeface="Arial"/>
              </a:defRPr>
            </a:lvl5pPr>
            <a:lvl6pPr algn="l">
              <a:defRPr sz="2925" b="1">
                <a:solidFill>
                  <a:srgbClr val="6947FF"/>
                </a:solidFill>
                <a:latin typeface="Arial"/>
                <a:ea typeface="Arial"/>
                <a:cs typeface="Arial"/>
              </a:defRPr>
            </a:lvl6pPr>
            <a:lvl7pPr algn="l">
              <a:defRPr sz="2925" b="1">
                <a:solidFill>
                  <a:srgbClr val="6947FF"/>
                </a:solidFill>
                <a:latin typeface="Arial"/>
                <a:ea typeface="Arial"/>
                <a:cs typeface="Arial"/>
              </a:defRPr>
            </a:lvl7pPr>
            <a:lvl8pPr algn="l">
              <a:defRPr sz="2925" b="1">
                <a:solidFill>
                  <a:srgbClr val="6947FF"/>
                </a:solidFill>
                <a:latin typeface="Arial"/>
                <a:ea typeface="Arial"/>
                <a:cs typeface="Arial"/>
              </a:defRPr>
            </a:lvl8pPr>
            <a:lvl9pPr algn="l">
              <a:defRPr sz="2925" b="1">
                <a:solidFill>
                  <a:srgbClr val="6947FF"/>
                </a:solidFill>
                <a:latin typeface="Arial"/>
                <a:ea typeface="Arial"/>
                <a:cs typeface="Arial"/>
              </a:defRPr>
            </a:lvl9pPr>
          </a:lstStyle>
          <a:p xmlns:a="http://schemas.openxmlformats.org/drawingml/2006/main">
            <a:pPr algn="l">
              <a:defRPr sz="2925" b="1">
                <a:solidFill>
                  <a:srgbClr val="6947FF"/>
                </a:solidFill>
                <a:latin typeface="Arial"/>
                <a:ea typeface="Arial"/>
                <a:cs typeface="Arial"/>
              </a:defRPr>
            </a:pPr>
            <a:r>
              <a:rPr sz="2925" b="1">
                <a:solidFill>
                  <a:srgbClr val="6947FF"/>
                </a:solidFill>
                <a:latin typeface="Arial"/>
                <a:ea typeface="Arial"/>
                <a:cs typeface="Arial"/>
              </a:rPr>
              <a:t>Which streets will have</a:t>
            </a:r>
          </a:p>
          <a:p xmlns:a="http://schemas.openxmlformats.org/drawingml/2006/main">
            <a:pPr algn="l">
              <a:defRPr sz="2925" b="1">
                <a:solidFill>
                  <a:srgbClr val="6947FF"/>
                </a:solidFill>
                <a:latin typeface="Arial"/>
                <a:ea typeface="Arial"/>
                <a:cs typeface="Arial"/>
              </a:defRPr>
            </a:pPr>
            <a:r>
              <a:rPr sz="2925" b="1">
                <a:solidFill>
                  <a:srgbClr val="6947FF"/>
                </a:solidFill>
                <a:latin typeface="Arial"/>
                <a:ea typeface="Arial"/>
                <a:cs typeface="Arial"/>
              </a:rPr>
              <a:t>light, people, and help</a:t>
            </a:r>
          </a:p>
          <a:p xmlns:a="http://schemas.openxmlformats.org/drawingml/2006/main">
            <a:pPr algn="l">
              <a:defRPr sz="2925" b="1">
                <a:solidFill>
                  <a:srgbClr val="6947FF"/>
                </a:solidFill>
                <a:latin typeface="Arial"/>
                <a:ea typeface="Arial"/>
                <a:cs typeface="Arial"/>
              </a:defRPr>
            </a:pPr>
            <a:r>
              <a:rPr sz="2925" b="1">
                <a:solidFill>
                  <a:srgbClr val="6947FF"/>
                </a:solidFill>
                <a:latin typeface="Arial"/>
                <a:ea typeface="Arial"/>
                <a:cs typeface="Arial"/>
              </a:rPr>
              <a:t>when I get there?</a:t>
            </a:r>
          </a:p>
        </p:txBody>
      </p:sp>
      <p:sp>
        <p:nvSpPr>
          <p:cNvPr id="9" name="problem-detail">
            <a:extLst xmlns:a="http://schemas.openxmlformats.org/drawingml/2006/main">
              <a:ext uri="{FF2B5EF4-FFF2-40B4-BE49-F238E27FC236}">
                <a16:creationId xmlns:a16="http://schemas.microsoft.com/office/drawing/2014/main" id="{2AFC18F9-0809-4D88-B397-8571875D10F6}"/>
              </a:ext>
            </a:extLst>
          </p:cNvPr>
          <p:cNvSpPr>
            <a:spLocks xmlns:a="http://schemas.openxmlformats.org/drawingml/2006/main" noGrp="1"/>
          </p:cNvSpPr>
          <p:nvPr/>
        </p:nvSpPr>
        <p:spPr>
          <a:xfrm xmlns:a="http://schemas.openxmlformats.org/drawingml/2006/main">
            <a:off x="781050" y="369570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65647A"/>
                </a:solidFill>
                <a:latin typeface="Arial"/>
                <a:ea typeface="Arial"/>
                <a:cs typeface="Arial"/>
              </a:defRPr>
            </a:defPPr>
            <a:lvl1pPr algn="l">
              <a:defRPr sz="1800" b="0">
                <a:solidFill>
                  <a:srgbClr val="65647A"/>
                </a:solidFill>
                <a:latin typeface="Arial"/>
                <a:ea typeface="Arial"/>
                <a:cs typeface="Arial"/>
              </a:defRPr>
            </a:lvl1pPr>
            <a:lvl2pPr algn="l">
              <a:defRPr sz="1800" b="0">
                <a:solidFill>
                  <a:srgbClr val="65647A"/>
                </a:solidFill>
                <a:latin typeface="Arial"/>
                <a:ea typeface="Arial"/>
                <a:cs typeface="Arial"/>
              </a:defRPr>
            </a:lvl2pPr>
            <a:lvl3pPr algn="l">
              <a:defRPr sz="1800" b="0">
                <a:solidFill>
                  <a:srgbClr val="65647A"/>
                </a:solidFill>
                <a:latin typeface="Arial"/>
                <a:ea typeface="Arial"/>
                <a:cs typeface="Arial"/>
              </a:defRPr>
            </a:lvl3pPr>
            <a:lvl4pPr algn="l">
              <a:defRPr sz="1800" b="0">
                <a:solidFill>
                  <a:srgbClr val="65647A"/>
                </a:solidFill>
                <a:latin typeface="Arial"/>
                <a:ea typeface="Arial"/>
                <a:cs typeface="Arial"/>
              </a:defRPr>
            </a:lvl4pPr>
            <a:lvl5pPr algn="l">
              <a:defRPr sz="1800" b="0">
                <a:solidFill>
                  <a:srgbClr val="65647A"/>
                </a:solidFill>
                <a:latin typeface="Arial"/>
                <a:ea typeface="Arial"/>
                <a:cs typeface="Arial"/>
              </a:defRPr>
            </a:lvl5pPr>
            <a:lvl6pPr algn="l">
              <a:defRPr sz="1800" b="0">
                <a:solidFill>
                  <a:srgbClr val="65647A"/>
                </a:solidFill>
                <a:latin typeface="Arial"/>
                <a:ea typeface="Arial"/>
                <a:cs typeface="Arial"/>
              </a:defRPr>
            </a:lvl6pPr>
            <a:lvl7pPr algn="l">
              <a:defRPr sz="1800" b="0">
                <a:solidFill>
                  <a:srgbClr val="65647A"/>
                </a:solidFill>
                <a:latin typeface="Arial"/>
                <a:ea typeface="Arial"/>
                <a:cs typeface="Arial"/>
              </a:defRPr>
            </a:lvl7pPr>
            <a:lvl8pPr algn="l">
              <a:defRPr sz="1800" b="0">
                <a:solidFill>
                  <a:srgbClr val="65647A"/>
                </a:solidFill>
                <a:latin typeface="Arial"/>
                <a:ea typeface="Arial"/>
                <a:cs typeface="Arial"/>
              </a:defRPr>
            </a:lvl8pPr>
            <a:lvl9pPr algn="l">
              <a:defRPr sz="1800" b="0">
                <a:solidFill>
                  <a:srgbClr val="65647A"/>
                </a:solidFill>
                <a:latin typeface="Arial"/>
                <a:ea typeface="Arial"/>
                <a:cs typeface="Arial"/>
              </a:defRPr>
            </a:lvl9pPr>
          </a:lstStyle>
          <a:p xmlns:a="http://schemas.openxmlformats.org/drawingml/2006/main">
            <a:pPr algn="l">
              <a:defRPr sz="1800" b="0">
                <a:solidFill>
                  <a:srgbClr val="65647A"/>
                </a:solidFill>
                <a:latin typeface="Arial"/>
                <a:ea typeface="Arial"/>
                <a:cs typeface="Arial"/>
              </a:defRPr>
            </a:pPr>
            <a:r>
              <a:rPr sz="1800" b="0">
                <a:solidFill>
                  <a:srgbClr val="65647A"/>
                </a:solidFill>
                <a:latin typeface="Arial"/>
                <a:ea typeface="Arial"/>
                <a:cs typeface="Arial"/>
              </a:rPr>
              <a:t>Those conditions change by street and by hour. A route needs to show what is known, what is uncertain, and why alternatives differ.</a:t>
            </a:r>
          </a:p>
        </p:txBody>
      </p:sp>
    </p:spTree>
    <p:extLst>
      <p:ext uri="{BB962C8B-B14F-4D97-AF65-F5344CB8AC3E}">
        <p14:creationId xmlns:p14="http://schemas.microsoft.com/office/powerpoint/2010/main" val="1623629336"/>
      </p:ext>
    </p:extLst>
  </p:cSld>
</p:sld>
</file>

<file path=ppt/slides/slide3.xml><?xml version="1.0" encoding="utf-8"?>
<p:sld xmlns:p="http://schemas.openxmlformats.org/presentationml/2006/main">
  <p:cSld>
    <p:bg>
      <p:bgPr>
        <a:solidFill xmlns:a="http://schemas.openxmlformats.org/drawingml/2006/main">
          <a:srgbClr val="17162B"/>
        </a:solidFill>
      </p:bgPr>
    </p:bg>
    <p:spTree>
      <p:nvGrpSpPr>
        <p:cNvPr id="1" name=""/>
        <p:cNvGrpSpPr/>
        <p:nvPr/>
      </p:nvGrpSpPr>
      <p:grpSpPr>
        <a:xfrm xmlns:a="http://schemas.openxmlformats.org/drawingml/2006/main"/>
      </p:grpSpPr>
      <p:sp>
        <p:nvSpPr>
          <p:cNvPr id="19" name="accent-3">
            <a:extLst xmlns:a="http://schemas.openxmlformats.org/drawingml/2006/main">
              <a:ext uri="{FF2B5EF4-FFF2-40B4-BE49-F238E27FC236}">
                <a16:creationId xmlns:a16="http://schemas.microsoft.com/office/drawing/2014/main" id="{61388903-9E70-4B01-B662-2C6C27A47232}"/>
              </a:ext>
            </a:extLst>
          </p:cNvPr>
          <p:cNvSpPr>
            <a:spLocks xmlns:a="http://schemas.openxmlformats.org/drawingml/2006/main" noGrp="1"/>
          </p:cNvSpPr>
          <p:nvPr/>
        </p:nvSpPr>
        <p:spPr>
          <a:xfrm xmlns:a="http://schemas.openxmlformats.org/drawingml/2006/main">
            <a:off x="685800" y="628650"/>
            <a:ext cx="400050" cy="47625"/>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2" name="title-3">
            <a:extLst xmlns:a="http://schemas.openxmlformats.org/drawingml/2006/main">
              <a:ext uri="{FF2B5EF4-FFF2-40B4-BE49-F238E27FC236}">
                <a16:creationId xmlns:a16="http://schemas.microsoft.com/office/drawing/2014/main" id="{8881B42A-465B-419D-A3FA-78F72856F7AB}"/>
              </a:ext>
            </a:extLst>
          </p:cNvPr>
          <p:cNvSpPr>
            <a:spLocks xmlns:a="http://schemas.openxmlformats.org/drawingml/2006/main" noGrp="1"/>
          </p:cNvSpPr>
          <p:nvPr/>
        </p:nvSpPr>
        <p:spPr>
          <a:xfrm xmlns:a="http://schemas.openxmlformats.org/drawingml/2006/main">
            <a:off x="685800" y="8953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Three route choices, with reasons</a:t>
            </a:r>
          </a:p>
        </p:txBody>
      </p:sp>
      <p:sp>
        <p:nvSpPr>
          <p:cNvPr id="3" name="footer-3">
            <a:extLst xmlns:a="http://schemas.openxmlformats.org/drawingml/2006/main">
              <a:ext uri="{FF2B5EF4-FFF2-40B4-BE49-F238E27FC236}">
                <a16:creationId xmlns:a16="http://schemas.microsoft.com/office/drawing/2014/main" id="{BF1DF353-41B9-4178-A262-0F2EBDEAE14B}"/>
              </a:ext>
            </a:extLst>
          </p:cNvPr>
          <p:cNvSpPr>
            <a:spLocks xmlns:a="http://schemas.openxmlformats.org/drawingml/2006/main" noGrp="1"/>
          </p:cNvSpPr>
          <p:nvPr/>
        </p:nvSpPr>
        <p:spPr>
          <a:xfrm xmlns:a="http://schemas.openxmlformats.org/drawingml/2006/main">
            <a:off x="685800" y="64198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8D3E6"/>
                </a:solidFill>
                <a:latin typeface="Arial"/>
                <a:ea typeface="Arial"/>
                <a:cs typeface="Arial"/>
              </a:defRPr>
            </a:defPPr>
            <a:lvl1pPr algn="l">
              <a:defRPr sz="975" b="1">
                <a:solidFill>
                  <a:srgbClr val="D8D3E6"/>
                </a:solidFill>
                <a:latin typeface="Arial"/>
                <a:ea typeface="Arial"/>
                <a:cs typeface="Arial"/>
              </a:defRPr>
            </a:lvl1pPr>
            <a:lvl2pPr algn="l">
              <a:defRPr sz="975" b="1">
                <a:solidFill>
                  <a:srgbClr val="D8D3E6"/>
                </a:solidFill>
                <a:latin typeface="Arial"/>
                <a:ea typeface="Arial"/>
                <a:cs typeface="Arial"/>
              </a:defRPr>
            </a:lvl2pPr>
            <a:lvl3pPr algn="l">
              <a:defRPr sz="975" b="1">
                <a:solidFill>
                  <a:srgbClr val="D8D3E6"/>
                </a:solidFill>
                <a:latin typeface="Arial"/>
                <a:ea typeface="Arial"/>
                <a:cs typeface="Arial"/>
              </a:defRPr>
            </a:lvl3pPr>
            <a:lvl4pPr algn="l">
              <a:defRPr sz="975" b="1">
                <a:solidFill>
                  <a:srgbClr val="D8D3E6"/>
                </a:solidFill>
                <a:latin typeface="Arial"/>
                <a:ea typeface="Arial"/>
                <a:cs typeface="Arial"/>
              </a:defRPr>
            </a:lvl4pPr>
            <a:lvl5pPr algn="l">
              <a:defRPr sz="975" b="1">
                <a:solidFill>
                  <a:srgbClr val="D8D3E6"/>
                </a:solidFill>
                <a:latin typeface="Arial"/>
                <a:ea typeface="Arial"/>
                <a:cs typeface="Arial"/>
              </a:defRPr>
            </a:lvl5pPr>
            <a:lvl6pPr algn="l">
              <a:defRPr sz="975" b="1">
                <a:solidFill>
                  <a:srgbClr val="D8D3E6"/>
                </a:solidFill>
                <a:latin typeface="Arial"/>
                <a:ea typeface="Arial"/>
                <a:cs typeface="Arial"/>
              </a:defRPr>
            </a:lvl6pPr>
            <a:lvl7pPr algn="l">
              <a:defRPr sz="975" b="1">
                <a:solidFill>
                  <a:srgbClr val="D8D3E6"/>
                </a:solidFill>
                <a:latin typeface="Arial"/>
                <a:ea typeface="Arial"/>
                <a:cs typeface="Arial"/>
              </a:defRPr>
            </a:lvl7pPr>
            <a:lvl8pPr algn="l">
              <a:defRPr sz="975" b="1">
                <a:solidFill>
                  <a:srgbClr val="D8D3E6"/>
                </a:solidFill>
                <a:latin typeface="Arial"/>
                <a:ea typeface="Arial"/>
                <a:cs typeface="Arial"/>
              </a:defRPr>
            </a:lvl8pPr>
            <a:lvl9pPr algn="l">
              <a:defRPr sz="975" b="1">
                <a:solidFill>
                  <a:srgbClr val="D8D3E6"/>
                </a:solidFill>
                <a:latin typeface="Arial"/>
                <a:ea typeface="Arial"/>
                <a:cs typeface="Arial"/>
              </a:defRPr>
            </a:lvl9pPr>
          </a:lstStyle>
          <a:p xmlns:a="http://schemas.openxmlformats.org/drawingml/2006/main">
            <a:pPr algn="l">
              <a:defRPr sz="975" b="1">
                <a:solidFill>
                  <a:srgbClr val="D8D3E6"/>
                </a:solidFill>
                <a:latin typeface="Arial"/>
                <a:ea typeface="Arial"/>
                <a:cs typeface="Arial"/>
              </a:defRPr>
            </a:pPr>
            <a:r>
              <a:rPr sz="975" b="1">
                <a:solidFill>
                  <a:srgbClr val="D8D3E6"/>
                </a:solidFill>
                <a:latin typeface="Arial"/>
                <a:ea typeface="Arial"/>
                <a:cs typeface="Arial"/>
              </a:rPr>
              <a:t>SAFEROUTE  /  HACKTOBER FEST 2026</a:t>
            </a:r>
          </a:p>
        </p:txBody>
      </p:sp>
      <p:sp>
        <p:nvSpPr>
          <p:cNvPr id="4" name="number-3">
            <a:extLst xmlns:a="http://schemas.openxmlformats.org/drawingml/2006/main">
              <a:ext uri="{FF2B5EF4-FFF2-40B4-BE49-F238E27FC236}">
                <a16:creationId xmlns:a16="http://schemas.microsoft.com/office/drawing/2014/main" id="{CC5303E2-30AF-44D1-86DC-01705951D18D}"/>
              </a:ext>
            </a:extLst>
          </p:cNvPr>
          <p:cNvSpPr>
            <a:spLocks xmlns:a="http://schemas.openxmlformats.org/drawingml/2006/main" noGrp="1"/>
          </p:cNvSpPr>
          <p:nvPr/>
        </p:nvSpPr>
        <p:spPr>
          <a:xfrm xmlns:a="http://schemas.openxmlformats.org/drawingml/2006/main">
            <a:off x="11001375" y="63817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D8D3E6"/>
                </a:solidFill>
                <a:latin typeface="Arial"/>
                <a:ea typeface="Arial"/>
                <a:cs typeface="Arial"/>
              </a:defRPr>
            </a:defPPr>
            <a:lvl1pPr algn="r">
              <a:defRPr sz="1200" b="1">
                <a:solidFill>
                  <a:srgbClr val="D8D3E6"/>
                </a:solidFill>
                <a:latin typeface="Arial"/>
                <a:ea typeface="Arial"/>
                <a:cs typeface="Arial"/>
              </a:defRPr>
            </a:lvl1pPr>
            <a:lvl2pPr algn="r">
              <a:defRPr sz="1200" b="1">
                <a:solidFill>
                  <a:srgbClr val="D8D3E6"/>
                </a:solidFill>
                <a:latin typeface="Arial"/>
                <a:ea typeface="Arial"/>
                <a:cs typeface="Arial"/>
              </a:defRPr>
            </a:lvl2pPr>
            <a:lvl3pPr algn="r">
              <a:defRPr sz="1200" b="1">
                <a:solidFill>
                  <a:srgbClr val="D8D3E6"/>
                </a:solidFill>
                <a:latin typeface="Arial"/>
                <a:ea typeface="Arial"/>
                <a:cs typeface="Arial"/>
              </a:defRPr>
            </a:lvl3pPr>
            <a:lvl4pPr algn="r">
              <a:defRPr sz="1200" b="1">
                <a:solidFill>
                  <a:srgbClr val="D8D3E6"/>
                </a:solidFill>
                <a:latin typeface="Arial"/>
                <a:ea typeface="Arial"/>
                <a:cs typeface="Arial"/>
              </a:defRPr>
            </a:lvl4pPr>
            <a:lvl5pPr algn="r">
              <a:defRPr sz="1200" b="1">
                <a:solidFill>
                  <a:srgbClr val="D8D3E6"/>
                </a:solidFill>
                <a:latin typeface="Arial"/>
                <a:ea typeface="Arial"/>
                <a:cs typeface="Arial"/>
              </a:defRPr>
            </a:lvl5pPr>
            <a:lvl6pPr algn="r">
              <a:defRPr sz="1200" b="1">
                <a:solidFill>
                  <a:srgbClr val="D8D3E6"/>
                </a:solidFill>
                <a:latin typeface="Arial"/>
                <a:ea typeface="Arial"/>
                <a:cs typeface="Arial"/>
              </a:defRPr>
            </a:lvl6pPr>
            <a:lvl7pPr algn="r">
              <a:defRPr sz="1200" b="1">
                <a:solidFill>
                  <a:srgbClr val="D8D3E6"/>
                </a:solidFill>
                <a:latin typeface="Arial"/>
                <a:ea typeface="Arial"/>
                <a:cs typeface="Arial"/>
              </a:defRPr>
            </a:lvl7pPr>
            <a:lvl8pPr algn="r">
              <a:defRPr sz="1200" b="1">
                <a:solidFill>
                  <a:srgbClr val="D8D3E6"/>
                </a:solidFill>
                <a:latin typeface="Arial"/>
                <a:ea typeface="Arial"/>
                <a:cs typeface="Arial"/>
              </a:defRPr>
            </a:lvl8pPr>
            <a:lvl9pPr algn="r">
              <a:defRPr sz="1200" b="1">
                <a:solidFill>
                  <a:srgbClr val="D8D3E6"/>
                </a:solidFill>
                <a:latin typeface="Arial"/>
                <a:ea typeface="Arial"/>
                <a:cs typeface="Arial"/>
              </a:defRPr>
            </a:lvl9pPr>
          </a:lstStyle>
          <a:p xmlns:a="http://schemas.openxmlformats.org/drawingml/2006/main">
            <a:pPr algn="r">
              <a:defRPr sz="1200" b="1">
                <a:solidFill>
                  <a:srgbClr val="D8D3E6"/>
                </a:solidFill>
                <a:latin typeface="Arial"/>
                <a:ea typeface="Arial"/>
                <a:cs typeface="Arial"/>
              </a:defRPr>
            </a:pPr>
            <a:r>
              <a:rPr sz="1200" b="1">
                <a:solidFill>
                  <a:srgbClr val="D8D3E6"/>
                </a:solidFill>
                <a:latin typeface="Arial"/>
                <a:ea typeface="Arial"/>
                <a:cs typeface="Arial"/>
              </a:rPr>
              <a:t>03</a:t>
            </a:r>
          </a:p>
        </p:txBody>
      </p:sp>
      <p:sp>
        <p:nvSpPr>
          <p:cNvPr id="5" name="routes-intro">
            <a:extLst xmlns:a="http://schemas.openxmlformats.org/drawingml/2006/main">
              <a:ext uri="{FF2B5EF4-FFF2-40B4-BE49-F238E27FC236}">
                <a16:creationId xmlns:a16="http://schemas.microsoft.com/office/drawing/2014/main" id="{FC19F27B-747F-4AAE-A02E-21A71F0DFB42}"/>
              </a:ext>
            </a:extLst>
          </p:cNvPr>
          <p:cNvSpPr>
            <a:spLocks xmlns:a="http://schemas.openxmlformats.org/drawingml/2006/main" noGrp="1"/>
          </p:cNvSpPr>
          <p:nvPr/>
        </p:nvSpPr>
        <p:spPr>
          <a:xfrm xmlns:a="http://schemas.openxmlformats.org/drawingml/2006/main">
            <a:off x="742950" y="1790700"/>
            <a:ext cx="1009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D8D3E6"/>
                </a:solidFill>
                <a:latin typeface="Arial"/>
                <a:ea typeface="Arial"/>
                <a:cs typeface="Arial"/>
              </a:defRPr>
            </a:defPPr>
            <a:lvl1pPr algn="l">
              <a:defRPr sz="2025" b="0">
                <a:solidFill>
                  <a:srgbClr val="D8D3E6"/>
                </a:solidFill>
                <a:latin typeface="Arial"/>
                <a:ea typeface="Arial"/>
                <a:cs typeface="Arial"/>
              </a:defRPr>
            </a:lvl1pPr>
            <a:lvl2pPr algn="l">
              <a:defRPr sz="2025" b="0">
                <a:solidFill>
                  <a:srgbClr val="D8D3E6"/>
                </a:solidFill>
                <a:latin typeface="Arial"/>
                <a:ea typeface="Arial"/>
                <a:cs typeface="Arial"/>
              </a:defRPr>
            </a:lvl2pPr>
            <a:lvl3pPr algn="l">
              <a:defRPr sz="2025" b="0">
                <a:solidFill>
                  <a:srgbClr val="D8D3E6"/>
                </a:solidFill>
                <a:latin typeface="Arial"/>
                <a:ea typeface="Arial"/>
                <a:cs typeface="Arial"/>
              </a:defRPr>
            </a:lvl3pPr>
            <a:lvl4pPr algn="l">
              <a:defRPr sz="2025" b="0">
                <a:solidFill>
                  <a:srgbClr val="D8D3E6"/>
                </a:solidFill>
                <a:latin typeface="Arial"/>
                <a:ea typeface="Arial"/>
                <a:cs typeface="Arial"/>
              </a:defRPr>
            </a:lvl4pPr>
            <a:lvl5pPr algn="l">
              <a:defRPr sz="2025" b="0">
                <a:solidFill>
                  <a:srgbClr val="D8D3E6"/>
                </a:solidFill>
                <a:latin typeface="Arial"/>
                <a:ea typeface="Arial"/>
                <a:cs typeface="Arial"/>
              </a:defRPr>
            </a:lvl5pPr>
            <a:lvl6pPr algn="l">
              <a:defRPr sz="2025" b="0">
                <a:solidFill>
                  <a:srgbClr val="D8D3E6"/>
                </a:solidFill>
                <a:latin typeface="Arial"/>
                <a:ea typeface="Arial"/>
                <a:cs typeface="Arial"/>
              </a:defRPr>
            </a:lvl6pPr>
            <a:lvl7pPr algn="l">
              <a:defRPr sz="2025" b="0">
                <a:solidFill>
                  <a:srgbClr val="D8D3E6"/>
                </a:solidFill>
                <a:latin typeface="Arial"/>
                <a:ea typeface="Arial"/>
                <a:cs typeface="Arial"/>
              </a:defRPr>
            </a:lvl7pPr>
            <a:lvl8pPr algn="l">
              <a:defRPr sz="2025" b="0">
                <a:solidFill>
                  <a:srgbClr val="D8D3E6"/>
                </a:solidFill>
                <a:latin typeface="Arial"/>
                <a:ea typeface="Arial"/>
                <a:cs typeface="Arial"/>
              </a:defRPr>
            </a:lvl8pPr>
            <a:lvl9pPr algn="l">
              <a:defRPr sz="2025" b="0">
                <a:solidFill>
                  <a:srgbClr val="D8D3E6"/>
                </a:solidFill>
                <a:latin typeface="Arial"/>
                <a:ea typeface="Arial"/>
                <a:cs typeface="Arial"/>
              </a:defRPr>
            </a:lvl9pPr>
          </a:lstStyle>
          <a:p xmlns:a="http://schemas.openxmlformats.org/drawingml/2006/main">
            <a:pPr algn="l">
              <a:defRPr sz="2025" b="0">
                <a:solidFill>
                  <a:srgbClr val="D8D3E6"/>
                </a:solidFill>
                <a:latin typeface="Arial"/>
                <a:ea typeface="Arial"/>
                <a:cs typeface="Arial"/>
              </a:defRPr>
            </a:pPr>
            <a:r>
              <a:rPr sz="2025" b="0">
                <a:solidFill>
                  <a:srgbClr val="D8D3E6"/>
                </a:solidFill>
                <a:latin typeface="Arial"/>
                <a:ea typeface="Arial"/>
                <a:cs typeface="Arial"/>
              </a:rPr>
              <a:t>The same trip can be ranked for different priorities.</a:t>
            </a:r>
          </a:p>
        </p:txBody>
      </p:sp>
      <p:sp>
        <p:nvSpPr>
          <p:cNvPr id="6" name="route-name-0">
            <a:extLst xmlns:a="http://schemas.openxmlformats.org/drawingml/2006/main">
              <a:ext uri="{FF2B5EF4-FFF2-40B4-BE49-F238E27FC236}">
                <a16:creationId xmlns:a16="http://schemas.microsoft.com/office/drawing/2014/main" id="{F482DBB9-1641-4163-88CA-FB67EB0FC40B}"/>
              </a:ext>
            </a:extLst>
          </p:cNvPr>
          <p:cNvSpPr>
            <a:spLocks xmlns:a="http://schemas.openxmlformats.org/drawingml/2006/main" noGrp="1"/>
          </p:cNvSpPr>
          <p:nvPr/>
        </p:nvSpPr>
        <p:spPr>
          <a:xfrm xmlns:a="http://schemas.openxmlformats.org/drawingml/2006/main">
            <a:off x="781050" y="27813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5966A"/>
                </a:solidFill>
                <a:latin typeface="Arial"/>
                <a:ea typeface="Arial"/>
                <a:cs typeface="Arial"/>
              </a:defRPr>
            </a:defPPr>
            <a:lvl1pPr algn="l">
              <a:defRPr sz="1350" b="1">
                <a:solidFill>
                  <a:srgbClr val="15966A"/>
                </a:solidFill>
                <a:latin typeface="Arial"/>
                <a:ea typeface="Arial"/>
                <a:cs typeface="Arial"/>
              </a:defRPr>
            </a:lvl1pPr>
            <a:lvl2pPr algn="l">
              <a:defRPr sz="1350" b="1">
                <a:solidFill>
                  <a:srgbClr val="15966A"/>
                </a:solidFill>
                <a:latin typeface="Arial"/>
                <a:ea typeface="Arial"/>
                <a:cs typeface="Arial"/>
              </a:defRPr>
            </a:lvl2pPr>
            <a:lvl3pPr algn="l">
              <a:defRPr sz="1350" b="1">
                <a:solidFill>
                  <a:srgbClr val="15966A"/>
                </a:solidFill>
                <a:latin typeface="Arial"/>
                <a:ea typeface="Arial"/>
                <a:cs typeface="Arial"/>
              </a:defRPr>
            </a:lvl3pPr>
            <a:lvl4pPr algn="l">
              <a:defRPr sz="1350" b="1">
                <a:solidFill>
                  <a:srgbClr val="15966A"/>
                </a:solidFill>
                <a:latin typeface="Arial"/>
                <a:ea typeface="Arial"/>
                <a:cs typeface="Arial"/>
              </a:defRPr>
            </a:lvl4pPr>
            <a:lvl5pPr algn="l">
              <a:defRPr sz="1350" b="1">
                <a:solidFill>
                  <a:srgbClr val="15966A"/>
                </a:solidFill>
                <a:latin typeface="Arial"/>
                <a:ea typeface="Arial"/>
                <a:cs typeface="Arial"/>
              </a:defRPr>
            </a:lvl5pPr>
            <a:lvl6pPr algn="l">
              <a:defRPr sz="1350" b="1">
                <a:solidFill>
                  <a:srgbClr val="15966A"/>
                </a:solidFill>
                <a:latin typeface="Arial"/>
                <a:ea typeface="Arial"/>
                <a:cs typeface="Arial"/>
              </a:defRPr>
            </a:lvl6pPr>
            <a:lvl7pPr algn="l">
              <a:defRPr sz="1350" b="1">
                <a:solidFill>
                  <a:srgbClr val="15966A"/>
                </a:solidFill>
                <a:latin typeface="Arial"/>
                <a:ea typeface="Arial"/>
                <a:cs typeface="Arial"/>
              </a:defRPr>
            </a:lvl7pPr>
            <a:lvl8pPr algn="l">
              <a:defRPr sz="1350" b="1">
                <a:solidFill>
                  <a:srgbClr val="15966A"/>
                </a:solidFill>
                <a:latin typeface="Arial"/>
                <a:ea typeface="Arial"/>
                <a:cs typeface="Arial"/>
              </a:defRPr>
            </a:lvl8pPr>
            <a:lvl9pPr algn="l">
              <a:defRPr sz="1350" b="1">
                <a:solidFill>
                  <a:srgbClr val="15966A"/>
                </a:solidFill>
                <a:latin typeface="Arial"/>
                <a:ea typeface="Arial"/>
                <a:cs typeface="Arial"/>
              </a:defRPr>
            </a:lvl9pPr>
          </a:lstStyle>
          <a:p xmlns:a="http://schemas.openxmlformats.org/drawingml/2006/main">
            <a:pPr algn="l">
              <a:defRPr sz="1350" b="1">
                <a:solidFill>
                  <a:srgbClr val="15966A"/>
                </a:solidFill>
                <a:latin typeface="Arial"/>
                <a:ea typeface="Arial"/>
                <a:cs typeface="Arial"/>
              </a:defRPr>
            </a:pPr>
            <a:r>
              <a:rPr sz="1350" b="1">
                <a:solidFill>
                  <a:srgbClr val="15966A"/>
                </a:solidFill>
                <a:latin typeface="Arial"/>
                <a:ea typeface="Arial"/>
                <a:cs typeface="Arial"/>
              </a:rPr>
              <a:t>SAFEST</a:t>
            </a:r>
          </a:p>
        </p:txBody>
      </p:sp>
      <p:sp>
        <p:nvSpPr>
          <p:cNvPr id="7" name="route-desc-0">
            <a:extLst xmlns:a="http://schemas.openxmlformats.org/drawingml/2006/main">
              <a:ext uri="{FF2B5EF4-FFF2-40B4-BE49-F238E27FC236}">
                <a16:creationId xmlns:a16="http://schemas.microsoft.com/office/drawing/2014/main" id="{50312DDB-E50C-4CD0-9F00-985D8E63FCC5}"/>
              </a:ext>
            </a:extLst>
          </p:cNvPr>
          <p:cNvSpPr>
            <a:spLocks xmlns:a="http://schemas.openxmlformats.org/drawingml/2006/main" noGrp="1"/>
          </p:cNvSpPr>
          <p:nvPr/>
        </p:nvSpPr>
        <p:spPr>
          <a:xfrm xmlns:a="http://schemas.openxmlformats.org/drawingml/2006/main">
            <a:off x="781050" y="31337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Highest safety score</a:t>
            </a:r>
          </a:p>
        </p:txBody>
      </p:sp>
      <p:sp>
        <p:nvSpPr>
          <p:cNvPr id="8" name="route-line-0">
            <a:extLst xmlns:a="http://schemas.openxmlformats.org/drawingml/2006/main">
              <a:ext uri="{FF2B5EF4-FFF2-40B4-BE49-F238E27FC236}">
                <a16:creationId xmlns:a16="http://schemas.microsoft.com/office/drawing/2014/main" id="{50E2B824-53E2-4305-8D76-13A18E81ADA8}"/>
              </a:ext>
            </a:extLst>
          </p:cNvPr>
          <p:cNvSpPr>
            <a:spLocks xmlns:a="http://schemas.openxmlformats.org/drawingml/2006/main" noGrp="1"/>
          </p:cNvSpPr>
          <p:nvPr/>
        </p:nvSpPr>
        <p:spPr>
          <a:xfrm xmlns:a="http://schemas.openxmlformats.org/drawingml/2006/main">
            <a:off x="5715000" y="3009900"/>
            <a:ext cx="5619750" cy="38100"/>
          </a:xfrm>
          <a:prstGeom xmlns:a="http://schemas.openxmlformats.org/drawingml/2006/main" prst="rect">
            <a:avLst/>
          </a:prstGeom>
          <a:solidFill xmlns:a="http://schemas.openxmlformats.org/drawingml/2006/main">
            <a:srgbClr val="15966A"/>
          </a:solidFill>
          <a:ln xmlns:a="http://schemas.openxmlformats.org/drawingml/2006/main" w="0">
            <a:noFill/>
            <a:prstDash val="solid"/>
          </a:ln>
        </p:spPr>
      </p:sp>
      <p:sp>
        <p:nvSpPr>
          <p:cNvPr id="9" name="route-dot-0">
            <a:extLst xmlns:a="http://schemas.openxmlformats.org/drawingml/2006/main">
              <a:ext uri="{FF2B5EF4-FFF2-40B4-BE49-F238E27FC236}">
                <a16:creationId xmlns:a16="http://schemas.microsoft.com/office/drawing/2014/main" id="{D5D5B664-CF7F-43EB-9EF6-0FA6587A7F5A}"/>
              </a:ext>
            </a:extLst>
          </p:cNvPr>
          <p:cNvSpPr>
            <a:spLocks xmlns:a="http://schemas.openxmlformats.org/drawingml/2006/main" noGrp="1"/>
          </p:cNvSpPr>
          <p:nvPr/>
        </p:nvSpPr>
        <p:spPr>
          <a:xfrm xmlns:a="http://schemas.openxmlformats.org/drawingml/2006/main">
            <a:off x="11239500" y="2943225"/>
            <a:ext cx="171450" cy="171450"/>
          </a:xfrm>
          <a:prstGeom xmlns:a="http://schemas.openxmlformats.org/drawingml/2006/main" prst="ellipse">
            <a:avLst/>
          </a:prstGeom>
          <a:solidFill xmlns:a="http://schemas.openxmlformats.org/drawingml/2006/main">
            <a:srgbClr val="15966A"/>
          </a:solidFill>
          <a:ln xmlns:a="http://schemas.openxmlformats.org/drawingml/2006/main" w="0">
            <a:noFill/>
            <a:prstDash val="solid"/>
          </a:ln>
        </p:spPr>
      </p:sp>
      <p:sp>
        <p:nvSpPr>
          <p:cNvPr id="10" name="route-name-1">
            <a:extLst xmlns:a="http://schemas.openxmlformats.org/drawingml/2006/main">
              <a:ext uri="{FF2B5EF4-FFF2-40B4-BE49-F238E27FC236}">
                <a16:creationId xmlns:a16="http://schemas.microsoft.com/office/drawing/2014/main" id="{1F5C1E9B-10A3-4803-80CA-B0A4E9118E03}"/>
              </a:ext>
            </a:extLst>
          </p:cNvPr>
          <p:cNvSpPr>
            <a:spLocks xmlns:a="http://schemas.openxmlformats.org/drawingml/2006/main" noGrp="1"/>
          </p:cNvSpPr>
          <p:nvPr/>
        </p:nvSpPr>
        <p:spPr>
          <a:xfrm xmlns:a="http://schemas.openxmlformats.org/drawingml/2006/main">
            <a:off x="781050" y="38862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8A8FF"/>
                </a:solidFill>
                <a:latin typeface="Arial"/>
                <a:ea typeface="Arial"/>
                <a:cs typeface="Arial"/>
              </a:defRPr>
            </a:defPPr>
            <a:lvl1pPr algn="l">
              <a:defRPr sz="1350" b="1">
                <a:solidFill>
                  <a:srgbClr val="B8A8FF"/>
                </a:solidFill>
                <a:latin typeface="Arial"/>
                <a:ea typeface="Arial"/>
                <a:cs typeface="Arial"/>
              </a:defRPr>
            </a:lvl1pPr>
            <a:lvl2pPr algn="l">
              <a:defRPr sz="1350" b="1">
                <a:solidFill>
                  <a:srgbClr val="B8A8FF"/>
                </a:solidFill>
                <a:latin typeface="Arial"/>
                <a:ea typeface="Arial"/>
                <a:cs typeface="Arial"/>
              </a:defRPr>
            </a:lvl2pPr>
            <a:lvl3pPr algn="l">
              <a:defRPr sz="1350" b="1">
                <a:solidFill>
                  <a:srgbClr val="B8A8FF"/>
                </a:solidFill>
                <a:latin typeface="Arial"/>
                <a:ea typeface="Arial"/>
                <a:cs typeface="Arial"/>
              </a:defRPr>
            </a:lvl3pPr>
            <a:lvl4pPr algn="l">
              <a:defRPr sz="1350" b="1">
                <a:solidFill>
                  <a:srgbClr val="B8A8FF"/>
                </a:solidFill>
                <a:latin typeface="Arial"/>
                <a:ea typeface="Arial"/>
                <a:cs typeface="Arial"/>
              </a:defRPr>
            </a:lvl4pPr>
            <a:lvl5pPr algn="l">
              <a:defRPr sz="1350" b="1">
                <a:solidFill>
                  <a:srgbClr val="B8A8FF"/>
                </a:solidFill>
                <a:latin typeface="Arial"/>
                <a:ea typeface="Arial"/>
                <a:cs typeface="Arial"/>
              </a:defRPr>
            </a:lvl5pPr>
            <a:lvl6pPr algn="l">
              <a:defRPr sz="1350" b="1">
                <a:solidFill>
                  <a:srgbClr val="B8A8FF"/>
                </a:solidFill>
                <a:latin typeface="Arial"/>
                <a:ea typeface="Arial"/>
                <a:cs typeface="Arial"/>
              </a:defRPr>
            </a:lvl6pPr>
            <a:lvl7pPr algn="l">
              <a:defRPr sz="1350" b="1">
                <a:solidFill>
                  <a:srgbClr val="B8A8FF"/>
                </a:solidFill>
                <a:latin typeface="Arial"/>
                <a:ea typeface="Arial"/>
                <a:cs typeface="Arial"/>
              </a:defRPr>
            </a:lvl7pPr>
            <a:lvl8pPr algn="l">
              <a:defRPr sz="1350" b="1">
                <a:solidFill>
                  <a:srgbClr val="B8A8FF"/>
                </a:solidFill>
                <a:latin typeface="Arial"/>
                <a:ea typeface="Arial"/>
                <a:cs typeface="Arial"/>
              </a:defRPr>
            </a:lvl8pPr>
            <a:lvl9pPr algn="l">
              <a:defRPr sz="1350" b="1">
                <a:solidFill>
                  <a:srgbClr val="B8A8FF"/>
                </a:solidFill>
                <a:latin typeface="Arial"/>
                <a:ea typeface="Arial"/>
                <a:cs typeface="Arial"/>
              </a:defRPr>
            </a:lvl9pPr>
          </a:lstStyle>
          <a:p xmlns:a="http://schemas.openxmlformats.org/drawingml/2006/main">
            <a:pPr algn="l">
              <a:defRPr sz="1350" b="1">
                <a:solidFill>
                  <a:srgbClr val="B8A8FF"/>
                </a:solidFill>
                <a:latin typeface="Arial"/>
                <a:ea typeface="Arial"/>
                <a:cs typeface="Arial"/>
              </a:defRPr>
            </a:pPr>
            <a:r>
              <a:rPr sz="1350" b="1">
                <a:solidFill>
                  <a:srgbClr val="B8A8FF"/>
                </a:solidFill>
                <a:latin typeface="Arial"/>
                <a:ea typeface="Arial"/>
                <a:cs typeface="Arial"/>
              </a:rPr>
              <a:t>BALANCED</a:t>
            </a:r>
          </a:p>
        </p:txBody>
      </p:sp>
      <p:sp>
        <p:nvSpPr>
          <p:cNvPr id="11" name="route-desc-1">
            <a:extLst xmlns:a="http://schemas.openxmlformats.org/drawingml/2006/main">
              <a:ext uri="{FF2B5EF4-FFF2-40B4-BE49-F238E27FC236}">
                <a16:creationId xmlns:a16="http://schemas.microsoft.com/office/drawing/2014/main" id="{80E2BB67-2A22-4130-9755-31BA481B997A}"/>
              </a:ext>
            </a:extLst>
          </p:cNvPr>
          <p:cNvSpPr>
            <a:spLocks xmlns:a="http://schemas.openxmlformats.org/drawingml/2006/main" noGrp="1"/>
          </p:cNvSpPr>
          <p:nvPr/>
        </p:nvSpPr>
        <p:spPr>
          <a:xfrm xmlns:a="http://schemas.openxmlformats.org/drawingml/2006/main">
            <a:off x="781050" y="42386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719"/>
          </a:bodyPr>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Highest score within 25% of the fastest route</a:t>
            </a:r>
          </a:p>
        </p:txBody>
      </p:sp>
      <p:sp>
        <p:nvSpPr>
          <p:cNvPr id="12" name="route-line-1">
            <a:extLst xmlns:a="http://schemas.openxmlformats.org/drawingml/2006/main">
              <a:ext uri="{FF2B5EF4-FFF2-40B4-BE49-F238E27FC236}">
                <a16:creationId xmlns:a16="http://schemas.microsoft.com/office/drawing/2014/main" id="{E70371F1-9023-490D-B4E1-2F9102F61948}"/>
              </a:ext>
            </a:extLst>
          </p:cNvPr>
          <p:cNvSpPr>
            <a:spLocks xmlns:a="http://schemas.openxmlformats.org/drawingml/2006/main" noGrp="1"/>
          </p:cNvSpPr>
          <p:nvPr/>
        </p:nvSpPr>
        <p:spPr>
          <a:xfrm xmlns:a="http://schemas.openxmlformats.org/drawingml/2006/main">
            <a:off x="5715000" y="4114800"/>
            <a:ext cx="5619750" cy="38100"/>
          </a:xfrm>
          <a:prstGeom xmlns:a="http://schemas.openxmlformats.org/drawingml/2006/main" prst="rect">
            <a:avLst/>
          </a:prstGeom>
          <a:solidFill xmlns:a="http://schemas.openxmlformats.org/drawingml/2006/main">
            <a:srgbClr val="B8A8FF"/>
          </a:solidFill>
          <a:ln xmlns:a="http://schemas.openxmlformats.org/drawingml/2006/main" w="0">
            <a:noFill/>
            <a:prstDash val="solid"/>
          </a:ln>
        </p:spPr>
      </p:sp>
      <p:sp>
        <p:nvSpPr>
          <p:cNvPr id="13" name="route-dot-1">
            <a:extLst xmlns:a="http://schemas.openxmlformats.org/drawingml/2006/main">
              <a:ext uri="{FF2B5EF4-FFF2-40B4-BE49-F238E27FC236}">
                <a16:creationId xmlns:a16="http://schemas.microsoft.com/office/drawing/2014/main" id="{9C18691D-EC74-448F-BB92-C9D54C9C7010}"/>
              </a:ext>
            </a:extLst>
          </p:cNvPr>
          <p:cNvSpPr>
            <a:spLocks xmlns:a="http://schemas.openxmlformats.org/drawingml/2006/main" noGrp="1"/>
          </p:cNvSpPr>
          <p:nvPr/>
        </p:nvSpPr>
        <p:spPr>
          <a:xfrm xmlns:a="http://schemas.openxmlformats.org/drawingml/2006/main">
            <a:off x="11239500" y="4048125"/>
            <a:ext cx="171450" cy="171450"/>
          </a:xfrm>
          <a:prstGeom xmlns:a="http://schemas.openxmlformats.org/drawingml/2006/main" prst="ellipse">
            <a:avLst/>
          </a:prstGeom>
          <a:solidFill xmlns:a="http://schemas.openxmlformats.org/drawingml/2006/main">
            <a:srgbClr val="B8A8FF"/>
          </a:solidFill>
          <a:ln xmlns:a="http://schemas.openxmlformats.org/drawingml/2006/main" w="0">
            <a:noFill/>
            <a:prstDash val="solid"/>
          </a:ln>
        </p:spPr>
      </p:sp>
      <p:sp>
        <p:nvSpPr>
          <p:cNvPr id="14" name="route-name-2">
            <a:extLst xmlns:a="http://schemas.openxmlformats.org/drawingml/2006/main">
              <a:ext uri="{FF2B5EF4-FFF2-40B4-BE49-F238E27FC236}">
                <a16:creationId xmlns:a16="http://schemas.microsoft.com/office/drawing/2014/main" id="{F6AC9D66-2F01-4C8F-BADC-1366F9BCD10C}"/>
              </a:ext>
            </a:extLst>
          </p:cNvPr>
          <p:cNvSpPr>
            <a:spLocks xmlns:a="http://schemas.openxmlformats.org/drawingml/2006/main" noGrp="1"/>
          </p:cNvSpPr>
          <p:nvPr/>
        </p:nvSpPr>
        <p:spPr>
          <a:xfrm xmlns:a="http://schemas.openxmlformats.org/drawingml/2006/main">
            <a:off x="781050" y="49911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897E"/>
                </a:solidFill>
                <a:latin typeface="Arial"/>
                <a:ea typeface="Arial"/>
                <a:cs typeface="Arial"/>
              </a:defRPr>
            </a:defPPr>
            <a:lvl1pPr algn="l">
              <a:defRPr sz="1350" b="1">
                <a:solidFill>
                  <a:srgbClr val="FF897E"/>
                </a:solidFill>
                <a:latin typeface="Arial"/>
                <a:ea typeface="Arial"/>
                <a:cs typeface="Arial"/>
              </a:defRPr>
            </a:lvl1pPr>
            <a:lvl2pPr algn="l">
              <a:defRPr sz="1350" b="1">
                <a:solidFill>
                  <a:srgbClr val="FF897E"/>
                </a:solidFill>
                <a:latin typeface="Arial"/>
                <a:ea typeface="Arial"/>
                <a:cs typeface="Arial"/>
              </a:defRPr>
            </a:lvl2pPr>
            <a:lvl3pPr algn="l">
              <a:defRPr sz="1350" b="1">
                <a:solidFill>
                  <a:srgbClr val="FF897E"/>
                </a:solidFill>
                <a:latin typeface="Arial"/>
                <a:ea typeface="Arial"/>
                <a:cs typeface="Arial"/>
              </a:defRPr>
            </a:lvl3pPr>
            <a:lvl4pPr algn="l">
              <a:defRPr sz="1350" b="1">
                <a:solidFill>
                  <a:srgbClr val="FF897E"/>
                </a:solidFill>
                <a:latin typeface="Arial"/>
                <a:ea typeface="Arial"/>
                <a:cs typeface="Arial"/>
              </a:defRPr>
            </a:lvl4pPr>
            <a:lvl5pPr algn="l">
              <a:defRPr sz="1350" b="1">
                <a:solidFill>
                  <a:srgbClr val="FF897E"/>
                </a:solidFill>
                <a:latin typeface="Arial"/>
                <a:ea typeface="Arial"/>
                <a:cs typeface="Arial"/>
              </a:defRPr>
            </a:lvl5pPr>
            <a:lvl6pPr algn="l">
              <a:defRPr sz="1350" b="1">
                <a:solidFill>
                  <a:srgbClr val="FF897E"/>
                </a:solidFill>
                <a:latin typeface="Arial"/>
                <a:ea typeface="Arial"/>
                <a:cs typeface="Arial"/>
              </a:defRPr>
            </a:lvl6pPr>
            <a:lvl7pPr algn="l">
              <a:defRPr sz="1350" b="1">
                <a:solidFill>
                  <a:srgbClr val="FF897E"/>
                </a:solidFill>
                <a:latin typeface="Arial"/>
                <a:ea typeface="Arial"/>
                <a:cs typeface="Arial"/>
              </a:defRPr>
            </a:lvl7pPr>
            <a:lvl8pPr algn="l">
              <a:defRPr sz="1350" b="1">
                <a:solidFill>
                  <a:srgbClr val="FF897E"/>
                </a:solidFill>
                <a:latin typeface="Arial"/>
                <a:ea typeface="Arial"/>
                <a:cs typeface="Arial"/>
              </a:defRPr>
            </a:lvl8pPr>
            <a:lvl9pPr algn="l">
              <a:defRPr sz="1350" b="1">
                <a:solidFill>
                  <a:srgbClr val="FF897E"/>
                </a:solidFill>
                <a:latin typeface="Arial"/>
                <a:ea typeface="Arial"/>
                <a:cs typeface="Arial"/>
              </a:defRPr>
            </a:lvl9pPr>
          </a:lstStyle>
          <a:p xmlns:a="http://schemas.openxmlformats.org/drawingml/2006/main">
            <a:pPr algn="l">
              <a:defRPr sz="1350" b="1">
                <a:solidFill>
                  <a:srgbClr val="FF897E"/>
                </a:solidFill>
                <a:latin typeface="Arial"/>
                <a:ea typeface="Arial"/>
                <a:cs typeface="Arial"/>
              </a:defRPr>
            </a:pPr>
            <a:r>
              <a:rPr sz="1350" b="1">
                <a:solidFill>
                  <a:srgbClr val="FF897E"/>
                </a:solidFill>
                <a:latin typeface="Arial"/>
                <a:ea typeface="Arial"/>
                <a:cs typeface="Arial"/>
              </a:rPr>
              <a:t>FASTEST</a:t>
            </a:r>
          </a:p>
        </p:txBody>
      </p:sp>
      <p:sp>
        <p:nvSpPr>
          <p:cNvPr id="15" name="route-desc-2">
            <a:extLst xmlns:a="http://schemas.openxmlformats.org/drawingml/2006/main">
              <a:ext uri="{FF2B5EF4-FFF2-40B4-BE49-F238E27FC236}">
                <a16:creationId xmlns:a16="http://schemas.microsoft.com/office/drawing/2014/main" id="{1CA2A99C-5ACF-4315-926A-4D6F168666A9}"/>
              </a:ext>
            </a:extLst>
          </p:cNvPr>
          <p:cNvSpPr>
            <a:spLocks xmlns:a="http://schemas.openxmlformats.org/drawingml/2006/main" noGrp="1"/>
          </p:cNvSpPr>
          <p:nvPr/>
        </p:nvSpPr>
        <p:spPr>
          <a:xfrm xmlns:a="http://schemas.openxmlformats.org/drawingml/2006/main">
            <a:off x="781050" y="53435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Shortest route</a:t>
            </a:r>
          </a:p>
        </p:txBody>
      </p:sp>
      <p:sp>
        <p:nvSpPr>
          <p:cNvPr id="16" name="route-line-2">
            <a:extLst xmlns:a="http://schemas.openxmlformats.org/drawingml/2006/main">
              <a:ext uri="{FF2B5EF4-FFF2-40B4-BE49-F238E27FC236}">
                <a16:creationId xmlns:a16="http://schemas.microsoft.com/office/drawing/2014/main" id="{70D8F6CB-45F8-493B-8D69-9ECC3039C853}"/>
              </a:ext>
            </a:extLst>
          </p:cNvPr>
          <p:cNvSpPr>
            <a:spLocks xmlns:a="http://schemas.openxmlformats.org/drawingml/2006/main" noGrp="1"/>
          </p:cNvSpPr>
          <p:nvPr/>
        </p:nvSpPr>
        <p:spPr>
          <a:xfrm xmlns:a="http://schemas.openxmlformats.org/drawingml/2006/main">
            <a:off x="5715000" y="5219700"/>
            <a:ext cx="5619750" cy="38100"/>
          </a:xfrm>
          <a:prstGeom xmlns:a="http://schemas.openxmlformats.org/drawingml/2006/main" prst="rect">
            <a:avLst/>
          </a:prstGeom>
          <a:solidFill xmlns:a="http://schemas.openxmlformats.org/drawingml/2006/main">
            <a:srgbClr val="FF897E"/>
          </a:solidFill>
          <a:ln xmlns:a="http://schemas.openxmlformats.org/drawingml/2006/main" w="0">
            <a:noFill/>
            <a:prstDash val="solid"/>
          </a:ln>
        </p:spPr>
      </p:sp>
      <p:sp>
        <p:nvSpPr>
          <p:cNvPr id="17" name="route-dot-2">
            <a:extLst xmlns:a="http://schemas.openxmlformats.org/drawingml/2006/main">
              <a:ext uri="{FF2B5EF4-FFF2-40B4-BE49-F238E27FC236}">
                <a16:creationId xmlns:a16="http://schemas.microsoft.com/office/drawing/2014/main" id="{C425E98E-0CCB-41DF-ABBE-A17AC6565014}"/>
              </a:ext>
            </a:extLst>
          </p:cNvPr>
          <p:cNvSpPr>
            <a:spLocks xmlns:a="http://schemas.openxmlformats.org/drawingml/2006/main" noGrp="1"/>
          </p:cNvSpPr>
          <p:nvPr/>
        </p:nvSpPr>
        <p:spPr>
          <a:xfrm xmlns:a="http://schemas.openxmlformats.org/drawingml/2006/main">
            <a:off x="11239500" y="5153025"/>
            <a:ext cx="171450" cy="171450"/>
          </a:xfrm>
          <a:prstGeom xmlns:a="http://schemas.openxmlformats.org/drawingml/2006/main" prst="ellipse">
            <a:avLst/>
          </a:prstGeom>
          <a:solidFill xmlns:a="http://schemas.openxmlformats.org/drawingml/2006/main">
            <a:srgbClr val="FF897E"/>
          </a:solidFill>
          <a:ln xmlns:a="http://schemas.openxmlformats.org/drawingml/2006/main" w="0">
            <a:noFill/>
            <a:prstDash val="solid"/>
          </a:ln>
        </p:spPr>
      </p:sp>
      <p:sp>
        <p:nvSpPr>
          <p:cNvPr id="18" name="route-caveat">
            <a:extLst xmlns:a="http://schemas.openxmlformats.org/drawingml/2006/main">
              <a:ext uri="{FF2B5EF4-FFF2-40B4-BE49-F238E27FC236}">
                <a16:creationId xmlns:a16="http://schemas.microsoft.com/office/drawing/2014/main" id="{644F1B04-232D-4F15-8C98-34A63A2D13B7}"/>
              </a:ext>
            </a:extLst>
          </p:cNvPr>
          <p:cNvSpPr>
            <a:spLocks xmlns:a="http://schemas.openxmlformats.org/drawingml/2006/main" noGrp="1"/>
          </p:cNvSpPr>
          <p:nvPr/>
        </p:nvSpPr>
        <p:spPr>
          <a:xfrm xmlns:a="http://schemas.openxmlformats.org/drawingml/2006/main">
            <a:off x="781050" y="58293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6C1D3"/>
                </a:solidFill>
                <a:latin typeface="Arial"/>
                <a:ea typeface="Arial"/>
                <a:cs typeface="Arial"/>
              </a:defRPr>
            </a:defPPr>
            <a:lvl1pPr algn="l">
              <a:defRPr sz="1425" b="0">
                <a:solidFill>
                  <a:srgbClr val="C6C1D3"/>
                </a:solidFill>
                <a:latin typeface="Arial"/>
                <a:ea typeface="Arial"/>
                <a:cs typeface="Arial"/>
              </a:defRPr>
            </a:lvl1pPr>
            <a:lvl2pPr algn="l">
              <a:defRPr sz="1425" b="0">
                <a:solidFill>
                  <a:srgbClr val="C6C1D3"/>
                </a:solidFill>
                <a:latin typeface="Arial"/>
                <a:ea typeface="Arial"/>
                <a:cs typeface="Arial"/>
              </a:defRPr>
            </a:lvl2pPr>
            <a:lvl3pPr algn="l">
              <a:defRPr sz="1425" b="0">
                <a:solidFill>
                  <a:srgbClr val="C6C1D3"/>
                </a:solidFill>
                <a:latin typeface="Arial"/>
                <a:ea typeface="Arial"/>
                <a:cs typeface="Arial"/>
              </a:defRPr>
            </a:lvl3pPr>
            <a:lvl4pPr algn="l">
              <a:defRPr sz="1425" b="0">
                <a:solidFill>
                  <a:srgbClr val="C6C1D3"/>
                </a:solidFill>
                <a:latin typeface="Arial"/>
                <a:ea typeface="Arial"/>
                <a:cs typeface="Arial"/>
              </a:defRPr>
            </a:lvl4pPr>
            <a:lvl5pPr algn="l">
              <a:defRPr sz="1425" b="0">
                <a:solidFill>
                  <a:srgbClr val="C6C1D3"/>
                </a:solidFill>
                <a:latin typeface="Arial"/>
                <a:ea typeface="Arial"/>
                <a:cs typeface="Arial"/>
              </a:defRPr>
            </a:lvl5pPr>
            <a:lvl6pPr algn="l">
              <a:defRPr sz="1425" b="0">
                <a:solidFill>
                  <a:srgbClr val="C6C1D3"/>
                </a:solidFill>
                <a:latin typeface="Arial"/>
                <a:ea typeface="Arial"/>
                <a:cs typeface="Arial"/>
              </a:defRPr>
            </a:lvl6pPr>
            <a:lvl7pPr algn="l">
              <a:defRPr sz="1425" b="0">
                <a:solidFill>
                  <a:srgbClr val="C6C1D3"/>
                </a:solidFill>
                <a:latin typeface="Arial"/>
                <a:ea typeface="Arial"/>
                <a:cs typeface="Arial"/>
              </a:defRPr>
            </a:lvl7pPr>
            <a:lvl8pPr algn="l">
              <a:defRPr sz="1425" b="0">
                <a:solidFill>
                  <a:srgbClr val="C6C1D3"/>
                </a:solidFill>
                <a:latin typeface="Arial"/>
                <a:ea typeface="Arial"/>
                <a:cs typeface="Arial"/>
              </a:defRPr>
            </a:lvl8pPr>
            <a:lvl9pPr algn="l">
              <a:defRPr sz="1425" b="0">
                <a:solidFill>
                  <a:srgbClr val="C6C1D3"/>
                </a:solidFill>
                <a:latin typeface="Arial"/>
                <a:ea typeface="Arial"/>
                <a:cs typeface="Arial"/>
              </a:defRPr>
            </a:lvl9pPr>
          </a:lstStyle>
          <a:p xmlns:a="http://schemas.openxmlformats.org/drawingml/2006/main">
            <a:pPr algn="l">
              <a:defRPr sz="1425" b="0">
                <a:solidFill>
                  <a:srgbClr val="C6C1D3"/>
                </a:solidFill>
                <a:latin typeface="Arial"/>
                <a:ea typeface="Arial"/>
                <a:cs typeface="Arial"/>
              </a:defRPr>
            </a:pPr>
            <a:r>
              <a:rPr sz="1425" b="0">
                <a:solidFill>
                  <a:srgbClr val="C6C1D3"/>
                </a:solidFill>
                <a:latin typeface="Arial"/>
                <a:ea typeface="Arial"/>
                <a:cs typeface="Arial"/>
              </a:rPr>
              <a:t>Routes are compared on the same street data; unmeasured streets stay visible as gaps.</a:t>
            </a:r>
          </a:p>
        </p:txBody>
      </p:sp>
    </p:spTree>
    <p:extLst>
      <p:ext uri="{BB962C8B-B14F-4D97-AF65-F5344CB8AC3E}">
        <p14:creationId xmlns:p14="http://schemas.microsoft.com/office/powerpoint/2010/main" val="1851434403"/>
      </p:ext>
    </p:extLst>
  </p:cSld>
</p:sld>
</file>

<file path=ppt/slides/slide4.xml><?xml version="1.0" encoding="utf-8"?>
<p:sld xmlns:p="http://schemas.openxmlformats.org/presentationml/2006/main">
  <p:cSld>
    <p:bg>
      <p:bgPr>
        <a:solidFill xmlns:a="http://schemas.openxmlformats.org/drawingml/2006/main">
          <a:srgbClr val="F7F6FB"/>
        </a:solidFill>
      </p:bgPr>
    </p:bg>
    <p:spTree>
      <p:nvGrpSpPr>
        <p:cNvPr id="1" name=""/>
        <p:cNvGrpSpPr/>
        <p:nvPr/>
      </p:nvGrpSpPr>
      <p:grpSpPr>
        <a:xfrm xmlns:a="http://schemas.openxmlformats.org/drawingml/2006/main"/>
      </p:grpSpPr>
      <p:sp>
        <p:nvSpPr>
          <p:cNvPr id="26" name="accent-4">
            <a:extLst xmlns:a="http://schemas.openxmlformats.org/drawingml/2006/main">
              <a:ext uri="{FF2B5EF4-FFF2-40B4-BE49-F238E27FC236}">
                <a16:creationId xmlns:a16="http://schemas.microsoft.com/office/drawing/2014/main" id="{97BFF44D-D6F3-47CA-8453-4B65BEACC355}"/>
              </a:ext>
            </a:extLst>
          </p:cNvPr>
          <p:cNvSpPr>
            <a:spLocks xmlns:a="http://schemas.openxmlformats.org/drawingml/2006/main" noGrp="1"/>
          </p:cNvSpPr>
          <p:nvPr/>
        </p:nvSpPr>
        <p:spPr>
          <a:xfrm xmlns:a="http://schemas.openxmlformats.org/drawingml/2006/main">
            <a:off x="685800" y="628650"/>
            <a:ext cx="400050" cy="47625"/>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2" name="title-4">
            <a:extLst xmlns:a="http://schemas.openxmlformats.org/drawingml/2006/main">
              <a:ext uri="{FF2B5EF4-FFF2-40B4-BE49-F238E27FC236}">
                <a16:creationId xmlns:a16="http://schemas.microsoft.com/office/drawing/2014/main" id="{06D4FD45-3E4F-4F39-B7AE-19EA8AD712B7}"/>
              </a:ext>
            </a:extLst>
          </p:cNvPr>
          <p:cNvSpPr>
            <a:spLocks xmlns:a="http://schemas.openxmlformats.org/drawingml/2006/main" noGrp="1"/>
          </p:cNvSpPr>
          <p:nvPr/>
        </p:nvSpPr>
        <p:spPr>
          <a:xfrm xmlns:a="http://schemas.openxmlformats.org/drawingml/2006/main">
            <a:off x="685800" y="8953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17162B"/>
                </a:solidFill>
                <a:latin typeface="Arial"/>
                <a:ea typeface="Arial"/>
                <a:cs typeface="Arial"/>
              </a:defRPr>
            </a:defPPr>
            <a:lvl1pPr algn="l">
              <a:defRPr sz="3900" b="1">
                <a:solidFill>
                  <a:srgbClr val="17162B"/>
                </a:solidFill>
                <a:latin typeface="Arial"/>
                <a:ea typeface="Arial"/>
                <a:cs typeface="Arial"/>
              </a:defRPr>
            </a:lvl1pPr>
            <a:lvl2pPr algn="l">
              <a:defRPr sz="3900" b="1">
                <a:solidFill>
                  <a:srgbClr val="17162B"/>
                </a:solidFill>
                <a:latin typeface="Arial"/>
                <a:ea typeface="Arial"/>
                <a:cs typeface="Arial"/>
              </a:defRPr>
            </a:lvl2pPr>
            <a:lvl3pPr algn="l">
              <a:defRPr sz="3900" b="1">
                <a:solidFill>
                  <a:srgbClr val="17162B"/>
                </a:solidFill>
                <a:latin typeface="Arial"/>
                <a:ea typeface="Arial"/>
                <a:cs typeface="Arial"/>
              </a:defRPr>
            </a:lvl3pPr>
            <a:lvl4pPr algn="l">
              <a:defRPr sz="3900" b="1">
                <a:solidFill>
                  <a:srgbClr val="17162B"/>
                </a:solidFill>
                <a:latin typeface="Arial"/>
                <a:ea typeface="Arial"/>
                <a:cs typeface="Arial"/>
              </a:defRPr>
            </a:lvl4pPr>
            <a:lvl5pPr algn="l">
              <a:defRPr sz="3900" b="1">
                <a:solidFill>
                  <a:srgbClr val="17162B"/>
                </a:solidFill>
                <a:latin typeface="Arial"/>
                <a:ea typeface="Arial"/>
                <a:cs typeface="Arial"/>
              </a:defRPr>
            </a:lvl5pPr>
            <a:lvl6pPr algn="l">
              <a:defRPr sz="3900" b="1">
                <a:solidFill>
                  <a:srgbClr val="17162B"/>
                </a:solidFill>
                <a:latin typeface="Arial"/>
                <a:ea typeface="Arial"/>
                <a:cs typeface="Arial"/>
              </a:defRPr>
            </a:lvl6pPr>
            <a:lvl7pPr algn="l">
              <a:defRPr sz="3900" b="1">
                <a:solidFill>
                  <a:srgbClr val="17162B"/>
                </a:solidFill>
                <a:latin typeface="Arial"/>
                <a:ea typeface="Arial"/>
                <a:cs typeface="Arial"/>
              </a:defRPr>
            </a:lvl7pPr>
            <a:lvl8pPr algn="l">
              <a:defRPr sz="3900" b="1">
                <a:solidFill>
                  <a:srgbClr val="17162B"/>
                </a:solidFill>
                <a:latin typeface="Arial"/>
                <a:ea typeface="Arial"/>
                <a:cs typeface="Arial"/>
              </a:defRPr>
            </a:lvl8pPr>
            <a:lvl9pPr algn="l">
              <a:defRPr sz="3900" b="1">
                <a:solidFill>
                  <a:srgbClr val="17162B"/>
                </a:solidFill>
                <a:latin typeface="Arial"/>
                <a:ea typeface="Arial"/>
                <a:cs typeface="Arial"/>
              </a:defRPr>
            </a:lvl9pPr>
          </a:lstStyle>
          <a:p xmlns:a="http://schemas.openxmlformats.org/drawingml/2006/main">
            <a:pPr algn="l">
              <a:defRPr sz="3900" b="1">
                <a:solidFill>
                  <a:srgbClr val="17162B"/>
                </a:solidFill>
                <a:latin typeface="Arial"/>
                <a:ea typeface="Arial"/>
                <a:cs typeface="Arial"/>
              </a:defRPr>
            </a:pPr>
            <a:r>
              <a:rPr sz="3900" b="1">
                <a:solidFill>
                  <a:srgbClr val="17162B"/>
                </a:solidFill>
                <a:latin typeface="Arial"/>
                <a:ea typeface="Arial"/>
                <a:cs typeface="Arial"/>
              </a:rPr>
              <a:t>A route is scored for its arrival time</a:t>
            </a:r>
          </a:p>
        </p:txBody>
      </p:sp>
      <p:sp>
        <p:nvSpPr>
          <p:cNvPr id="3" name="footer-4">
            <a:extLst xmlns:a="http://schemas.openxmlformats.org/drawingml/2006/main">
              <a:ext uri="{FF2B5EF4-FFF2-40B4-BE49-F238E27FC236}">
                <a16:creationId xmlns:a16="http://schemas.microsoft.com/office/drawing/2014/main" id="{52E1270E-3C1A-4D3F-A0A0-2E5607CFCCF5}"/>
              </a:ext>
            </a:extLst>
          </p:cNvPr>
          <p:cNvSpPr>
            <a:spLocks xmlns:a="http://schemas.openxmlformats.org/drawingml/2006/main" noGrp="1"/>
          </p:cNvSpPr>
          <p:nvPr/>
        </p:nvSpPr>
        <p:spPr>
          <a:xfrm xmlns:a="http://schemas.openxmlformats.org/drawingml/2006/main">
            <a:off x="685800" y="64198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647A"/>
                </a:solidFill>
                <a:latin typeface="Arial"/>
                <a:ea typeface="Arial"/>
                <a:cs typeface="Arial"/>
              </a:defRPr>
            </a:defPPr>
            <a:lvl1pPr algn="l">
              <a:defRPr sz="975" b="1">
                <a:solidFill>
                  <a:srgbClr val="65647A"/>
                </a:solidFill>
                <a:latin typeface="Arial"/>
                <a:ea typeface="Arial"/>
                <a:cs typeface="Arial"/>
              </a:defRPr>
            </a:lvl1pPr>
            <a:lvl2pPr algn="l">
              <a:defRPr sz="975" b="1">
                <a:solidFill>
                  <a:srgbClr val="65647A"/>
                </a:solidFill>
                <a:latin typeface="Arial"/>
                <a:ea typeface="Arial"/>
                <a:cs typeface="Arial"/>
              </a:defRPr>
            </a:lvl2pPr>
            <a:lvl3pPr algn="l">
              <a:defRPr sz="975" b="1">
                <a:solidFill>
                  <a:srgbClr val="65647A"/>
                </a:solidFill>
                <a:latin typeface="Arial"/>
                <a:ea typeface="Arial"/>
                <a:cs typeface="Arial"/>
              </a:defRPr>
            </a:lvl3pPr>
            <a:lvl4pPr algn="l">
              <a:defRPr sz="975" b="1">
                <a:solidFill>
                  <a:srgbClr val="65647A"/>
                </a:solidFill>
                <a:latin typeface="Arial"/>
                <a:ea typeface="Arial"/>
                <a:cs typeface="Arial"/>
              </a:defRPr>
            </a:lvl4pPr>
            <a:lvl5pPr algn="l">
              <a:defRPr sz="975" b="1">
                <a:solidFill>
                  <a:srgbClr val="65647A"/>
                </a:solidFill>
                <a:latin typeface="Arial"/>
                <a:ea typeface="Arial"/>
                <a:cs typeface="Arial"/>
              </a:defRPr>
            </a:lvl5pPr>
            <a:lvl6pPr algn="l">
              <a:defRPr sz="975" b="1">
                <a:solidFill>
                  <a:srgbClr val="65647A"/>
                </a:solidFill>
                <a:latin typeface="Arial"/>
                <a:ea typeface="Arial"/>
                <a:cs typeface="Arial"/>
              </a:defRPr>
            </a:lvl6pPr>
            <a:lvl7pPr algn="l">
              <a:defRPr sz="975" b="1">
                <a:solidFill>
                  <a:srgbClr val="65647A"/>
                </a:solidFill>
                <a:latin typeface="Arial"/>
                <a:ea typeface="Arial"/>
                <a:cs typeface="Arial"/>
              </a:defRPr>
            </a:lvl7pPr>
            <a:lvl8pPr algn="l">
              <a:defRPr sz="975" b="1">
                <a:solidFill>
                  <a:srgbClr val="65647A"/>
                </a:solidFill>
                <a:latin typeface="Arial"/>
                <a:ea typeface="Arial"/>
                <a:cs typeface="Arial"/>
              </a:defRPr>
            </a:lvl8pPr>
            <a:lvl9pPr algn="l">
              <a:defRPr sz="975" b="1">
                <a:solidFill>
                  <a:srgbClr val="65647A"/>
                </a:solidFill>
                <a:latin typeface="Arial"/>
                <a:ea typeface="Arial"/>
                <a:cs typeface="Arial"/>
              </a:defRPr>
            </a:lvl9pPr>
          </a:lstStyle>
          <a:p xmlns:a="http://schemas.openxmlformats.org/drawingml/2006/main">
            <a:pPr algn="l">
              <a:defRPr sz="975" b="1">
                <a:solidFill>
                  <a:srgbClr val="65647A"/>
                </a:solidFill>
                <a:latin typeface="Arial"/>
                <a:ea typeface="Arial"/>
                <a:cs typeface="Arial"/>
              </a:defRPr>
            </a:pPr>
            <a:r>
              <a:rPr sz="975" b="1">
                <a:solidFill>
                  <a:srgbClr val="65647A"/>
                </a:solidFill>
                <a:latin typeface="Arial"/>
                <a:ea typeface="Arial"/>
                <a:cs typeface="Arial"/>
              </a:rPr>
              <a:t>SAFEROUTE  /  HACKTOBER FEST 2026</a:t>
            </a:r>
          </a:p>
        </p:txBody>
      </p:sp>
      <p:sp>
        <p:nvSpPr>
          <p:cNvPr id="4" name="number-4">
            <a:extLst xmlns:a="http://schemas.openxmlformats.org/drawingml/2006/main">
              <a:ext uri="{FF2B5EF4-FFF2-40B4-BE49-F238E27FC236}">
                <a16:creationId xmlns:a16="http://schemas.microsoft.com/office/drawing/2014/main" id="{19975495-AD99-49AA-8B3F-C62D33F9170D}"/>
              </a:ext>
            </a:extLst>
          </p:cNvPr>
          <p:cNvSpPr>
            <a:spLocks xmlns:a="http://schemas.openxmlformats.org/drawingml/2006/main" noGrp="1"/>
          </p:cNvSpPr>
          <p:nvPr/>
        </p:nvSpPr>
        <p:spPr>
          <a:xfrm xmlns:a="http://schemas.openxmlformats.org/drawingml/2006/main">
            <a:off x="11001375" y="63817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65647A"/>
                </a:solidFill>
                <a:latin typeface="Arial"/>
                <a:ea typeface="Arial"/>
                <a:cs typeface="Arial"/>
              </a:defRPr>
            </a:defPPr>
            <a:lvl1pPr algn="r">
              <a:defRPr sz="1200" b="1">
                <a:solidFill>
                  <a:srgbClr val="65647A"/>
                </a:solidFill>
                <a:latin typeface="Arial"/>
                <a:ea typeface="Arial"/>
                <a:cs typeface="Arial"/>
              </a:defRPr>
            </a:lvl1pPr>
            <a:lvl2pPr algn="r">
              <a:defRPr sz="1200" b="1">
                <a:solidFill>
                  <a:srgbClr val="65647A"/>
                </a:solidFill>
                <a:latin typeface="Arial"/>
                <a:ea typeface="Arial"/>
                <a:cs typeface="Arial"/>
              </a:defRPr>
            </a:lvl2pPr>
            <a:lvl3pPr algn="r">
              <a:defRPr sz="1200" b="1">
                <a:solidFill>
                  <a:srgbClr val="65647A"/>
                </a:solidFill>
                <a:latin typeface="Arial"/>
                <a:ea typeface="Arial"/>
                <a:cs typeface="Arial"/>
              </a:defRPr>
            </a:lvl3pPr>
            <a:lvl4pPr algn="r">
              <a:defRPr sz="1200" b="1">
                <a:solidFill>
                  <a:srgbClr val="65647A"/>
                </a:solidFill>
                <a:latin typeface="Arial"/>
                <a:ea typeface="Arial"/>
                <a:cs typeface="Arial"/>
              </a:defRPr>
            </a:lvl4pPr>
            <a:lvl5pPr algn="r">
              <a:defRPr sz="1200" b="1">
                <a:solidFill>
                  <a:srgbClr val="65647A"/>
                </a:solidFill>
                <a:latin typeface="Arial"/>
                <a:ea typeface="Arial"/>
                <a:cs typeface="Arial"/>
              </a:defRPr>
            </a:lvl5pPr>
            <a:lvl6pPr algn="r">
              <a:defRPr sz="1200" b="1">
                <a:solidFill>
                  <a:srgbClr val="65647A"/>
                </a:solidFill>
                <a:latin typeface="Arial"/>
                <a:ea typeface="Arial"/>
                <a:cs typeface="Arial"/>
              </a:defRPr>
            </a:lvl6pPr>
            <a:lvl7pPr algn="r">
              <a:defRPr sz="1200" b="1">
                <a:solidFill>
                  <a:srgbClr val="65647A"/>
                </a:solidFill>
                <a:latin typeface="Arial"/>
                <a:ea typeface="Arial"/>
                <a:cs typeface="Arial"/>
              </a:defRPr>
            </a:lvl7pPr>
            <a:lvl8pPr algn="r">
              <a:defRPr sz="1200" b="1">
                <a:solidFill>
                  <a:srgbClr val="65647A"/>
                </a:solidFill>
                <a:latin typeface="Arial"/>
                <a:ea typeface="Arial"/>
                <a:cs typeface="Arial"/>
              </a:defRPr>
            </a:lvl8pPr>
            <a:lvl9pPr algn="r">
              <a:defRPr sz="1200" b="1">
                <a:solidFill>
                  <a:srgbClr val="65647A"/>
                </a:solidFill>
                <a:latin typeface="Arial"/>
                <a:ea typeface="Arial"/>
                <a:cs typeface="Arial"/>
              </a:defRPr>
            </a:lvl9pPr>
          </a:lstStyle>
          <a:p xmlns:a="http://schemas.openxmlformats.org/drawingml/2006/main">
            <a:pPr algn="r">
              <a:defRPr sz="1200" b="1">
                <a:solidFill>
                  <a:srgbClr val="65647A"/>
                </a:solidFill>
                <a:latin typeface="Arial"/>
                <a:ea typeface="Arial"/>
                <a:cs typeface="Arial"/>
              </a:defRPr>
            </a:pPr>
            <a:r>
              <a:rPr sz="1200" b="1">
                <a:solidFill>
                  <a:srgbClr val="65647A"/>
                </a:solidFill>
                <a:latin typeface="Arial"/>
                <a:ea typeface="Arial"/>
                <a:cs typeface="Arial"/>
              </a:rPr>
              <a:t>04</a:t>
            </a:r>
          </a:p>
        </p:txBody>
      </p:sp>
      <p:sp>
        <p:nvSpPr>
          <p:cNvPr id="5" name="score-lead">
            <a:extLst xmlns:a="http://schemas.openxmlformats.org/drawingml/2006/main">
              <a:ext uri="{FF2B5EF4-FFF2-40B4-BE49-F238E27FC236}">
                <a16:creationId xmlns:a16="http://schemas.microsoft.com/office/drawing/2014/main" id="{8A144ABE-4D3F-4309-9AAF-AAE40A1244BD}"/>
              </a:ext>
            </a:extLst>
          </p:cNvPr>
          <p:cNvSpPr>
            <a:spLocks xmlns:a="http://schemas.openxmlformats.org/drawingml/2006/main" noGrp="1"/>
          </p:cNvSpPr>
          <p:nvPr/>
        </p:nvSpPr>
        <p:spPr>
          <a:xfrm xmlns:a="http://schemas.openxmlformats.org/drawingml/2006/main">
            <a:off x="762000" y="1743075"/>
            <a:ext cx="1028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65647A"/>
                </a:solidFill>
                <a:latin typeface="Arial"/>
                <a:ea typeface="Arial"/>
                <a:cs typeface="Arial"/>
              </a:defRPr>
            </a:defPPr>
            <a:lvl1pPr algn="l">
              <a:defRPr sz="2025" b="0">
                <a:solidFill>
                  <a:srgbClr val="65647A"/>
                </a:solidFill>
                <a:latin typeface="Arial"/>
                <a:ea typeface="Arial"/>
                <a:cs typeface="Arial"/>
              </a:defRPr>
            </a:lvl1pPr>
            <a:lvl2pPr algn="l">
              <a:defRPr sz="2025" b="0">
                <a:solidFill>
                  <a:srgbClr val="65647A"/>
                </a:solidFill>
                <a:latin typeface="Arial"/>
                <a:ea typeface="Arial"/>
                <a:cs typeface="Arial"/>
              </a:defRPr>
            </a:lvl2pPr>
            <a:lvl3pPr algn="l">
              <a:defRPr sz="2025" b="0">
                <a:solidFill>
                  <a:srgbClr val="65647A"/>
                </a:solidFill>
                <a:latin typeface="Arial"/>
                <a:ea typeface="Arial"/>
                <a:cs typeface="Arial"/>
              </a:defRPr>
            </a:lvl3pPr>
            <a:lvl4pPr algn="l">
              <a:defRPr sz="2025" b="0">
                <a:solidFill>
                  <a:srgbClr val="65647A"/>
                </a:solidFill>
                <a:latin typeface="Arial"/>
                <a:ea typeface="Arial"/>
                <a:cs typeface="Arial"/>
              </a:defRPr>
            </a:lvl4pPr>
            <a:lvl5pPr algn="l">
              <a:defRPr sz="2025" b="0">
                <a:solidFill>
                  <a:srgbClr val="65647A"/>
                </a:solidFill>
                <a:latin typeface="Arial"/>
                <a:ea typeface="Arial"/>
                <a:cs typeface="Arial"/>
              </a:defRPr>
            </a:lvl5pPr>
            <a:lvl6pPr algn="l">
              <a:defRPr sz="2025" b="0">
                <a:solidFill>
                  <a:srgbClr val="65647A"/>
                </a:solidFill>
                <a:latin typeface="Arial"/>
                <a:ea typeface="Arial"/>
                <a:cs typeface="Arial"/>
              </a:defRPr>
            </a:lvl6pPr>
            <a:lvl7pPr algn="l">
              <a:defRPr sz="2025" b="0">
                <a:solidFill>
                  <a:srgbClr val="65647A"/>
                </a:solidFill>
                <a:latin typeface="Arial"/>
                <a:ea typeface="Arial"/>
                <a:cs typeface="Arial"/>
              </a:defRPr>
            </a:lvl7pPr>
            <a:lvl8pPr algn="l">
              <a:defRPr sz="2025" b="0">
                <a:solidFill>
                  <a:srgbClr val="65647A"/>
                </a:solidFill>
                <a:latin typeface="Arial"/>
                <a:ea typeface="Arial"/>
                <a:cs typeface="Arial"/>
              </a:defRPr>
            </a:lvl8pPr>
            <a:lvl9pPr algn="l">
              <a:defRPr sz="2025" b="0">
                <a:solidFill>
                  <a:srgbClr val="65647A"/>
                </a:solidFill>
                <a:latin typeface="Arial"/>
                <a:ea typeface="Arial"/>
                <a:cs typeface="Arial"/>
              </a:defRPr>
            </a:lvl9pPr>
          </a:lstStyle>
          <a:p xmlns:a="http://schemas.openxmlformats.org/drawingml/2006/main">
            <a:pPr algn="l">
              <a:defRPr sz="2025" b="0">
                <a:solidFill>
                  <a:srgbClr val="65647A"/>
                </a:solidFill>
                <a:latin typeface="Arial"/>
                <a:ea typeface="Arial"/>
                <a:cs typeface="Arial"/>
              </a:defRPr>
            </a:pPr>
            <a:r>
              <a:rPr sz="2025" b="0">
                <a:solidFill>
                  <a:srgbClr val="65647A"/>
                </a:solidFill>
                <a:latin typeface="Arial"/>
                <a:ea typeface="Arial"/>
                <a:cs typeface="Arial"/>
              </a:rPr>
              <a:t>Each street segment is evaluated for the five-minute window when the trip reaches it.</a:t>
            </a:r>
          </a:p>
        </p:txBody>
      </p:sp>
      <p:sp>
        <p:nvSpPr>
          <p:cNvPr id="6" name="factor-marker-0">
            <a:extLst xmlns:a="http://schemas.openxmlformats.org/drawingml/2006/main">
              <a:ext uri="{FF2B5EF4-FFF2-40B4-BE49-F238E27FC236}">
                <a16:creationId xmlns:a16="http://schemas.microsoft.com/office/drawing/2014/main" id="{40D468E0-95F5-4B77-AC2C-59EB9B618E9C}"/>
              </a:ext>
            </a:extLst>
          </p:cNvPr>
          <p:cNvSpPr>
            <a:spLocks xmlns:a="http://schemas.openxmlformats.org/drawingml/2006/main" noGrp="1"/>
          </p:cNvSpPr>
          <p:nvPr/>
        </p:nvSpPr>
        <p:spPr>
          <a:xfrm xmlns:a="http://schemas.openxmlformats.org/drawingml/2006/main">
            <a:off x="790575" y="2800350"/>
            <a:ext cx="85725" cy="247650"/>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7" name="factor-0">
            <a:extLst xmlns:a="http://schemas.openxmlformats.org/drawingml/2006/main">
              <a:ext uri="{FF2B5EF4-FFF2-40B4-BE49-F238E27FC236}">
                <a16:creationId xmlns:a16="http://schemas.microsoft.com/office/drawing/2014/main" id="{31C2B794-52E7-4F57-A50D-6AC613329BC5}"/>
              </a:ext>
            </a:extLst>
          </p:cNvPr>
          <p:cNvSpPr>
            <a:spLocks xmlns:a="http://schemas.openxmlformats.org/drawingml/2006/main" noGrp="1"/>
          </p:cNvSpPr>
          <p:nvPr/>
        </p:nvSpPr>
        <p:spPr>
          <a:xfrm xmlns:a="http://schemas.openxmlformats.org/drawingml/2006/main">
            <a:off x="1123950" y="2724150"/>
            <a:ext cx="300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7162B"/>
                </a:solidFill>
                <a:latin typeface="Arial"/>
                <a:ea typeface="Arial"/>
                <a:cs typeface="Arial"/>
              </a:defRPr>
            </a:defPPr>
            <a:lvl1pPr algn="l">
              <a:defRPr sz="1350" b="1">
                <a:solidFill>
                  <a:srgbClr val="17162B"/>
                </a:solidFill>
                <a:latin typeface="Arial"/>
                <a:ea typeface="Arial"/>
                <a:cs typeface="Arial"/>
              </a:defRPr>
            </a:lvl1pPr>
            <a:lvl2pPr algn="l">
              <a:defRPr sz="1350" b="1">
                <a:solidFill>
                  <a:srgbClr val="17162B"/>
                </a:solidFill>
                <a:latin typeface="Arial"/>
                <a:ea typeface="Arial"/>
                <a:cs typeface="Arial"/>
              </a:defRPr>
            </a:lvl2pPr>
            <a:lvl3pPr algn="l">
              <a:defRPr sz="1350" b="1">
                <a:solidFill>
                  <a:srgbClr val="17162B"/>
                </a:solidFill>
                <a:latin typeface="Arial"/>
                <a:ea typeface="Arial"/>
                <a:cs typeface="Arial"/>
              </a:defRPr>
            </a:lvl3pPr>
            <a:lvl4pPr algn="l">
              <a:defRPr sz="1350" b="1">
                <a:solidFill>
                  <a:srgbClr val="17162B"/>
                </a:solidFill>
                <a:latin typeface="Arial"/>
                <a:ea typeface="Arial"/>
                <a:cs typeface="Arial"/>
              </a:defRPr>
            </a:lvl4pPr>
            <a:lvl5pPr algn="l">
              <a:defRPr sz="1350" b="1">
                <a:solidFill>
                  <a:srgbClr val="17162B"/>
                </a:solidFill>
                <a:latin typeface="Arial"/>
                <a:ea typeface="Arial"/>
                <a:cs typeface="Arial"/>
              </a:defRPr>
            </a:lvl5pPr>
            <a:lvl6pPr algn="l">
              <a:defRPr sz="1350" b="1">
                <a:solidFill>
                  <a:srgbClr val="17162B"/>
                </a:solidFill>
                <a:latin typeface="Arial"/>
                <a:ea typeface="Arial"/>
                <a:cs typeface="Arial"/>
              </a:defRPr>
            </a:lvl6pPr>
            <a:lvl7pPr algn="l">
              <a:defRPr sz="1350" b="1">
                <a:solidFill>
                  <a:srgbClr val="17162B"/>
                </a:solidFill>
                <a:latin typeface="Arial"/>
                <a:ea typeface="Arial"/>
                <a:cs typeface="Arial"/>
              </a:defRPr>
            </a:lvl7pPr>
            <a:lvl8pPr algn="l">
              <a:defRPr sz="1350" b="1">
                <a:solidFill>
                  <a:srgbClr val="17162B"/>
                </a:solidFill>
                <a:latin typeface="Arial"/>
                <a:ea typeface="Arial"/>
                <a:cs typeface="Arial"/>
              </a:defRPr>
            </a:lvl8pPr>
            <a:lvl9pPr algn="l">
              <a:defRPr sz="1350" b="1">
                <a:solidFill>
                  <a:srgbClr val="17162B"/>
                </a:solidFill>
                <a:latin typeface="Arial"/>
                <a:ea typeface="Arial"/>
                <a:cs typeface="Arial"/>
              </a:defRPr>
            </a:lvl9pPr>
          </a:lstStyle>
          <a:p xmlns:a="http://schemas.openxmlformats.org/drawingml/2006/main">
            <a:pPr algn="l">
              <a:defRPr sz="1350" b="1">
                <a:solidFill>
                  <a:srgbClr val="17162B"/>
                </a:solidFill>
                <a:latin typeface="Arial"/>
                <a:ea typeface="Arial"/>
                <a:cs typeface="Arial"/>
              </a:defRPr>
            </a:pPr>
            <a:r>
              <a:rPr sz="1350" b="1">
                <a:solidFill>
                  <a:srgbClr val="17162B"/>
                </a:solidFill>
                <a:latin typeface="Arial"/>
                <a:ea typeface="Arial"/>
                <a:cs typeface="Arial"/>
              </a:rPr>
              <a:t>LIGHTING</a:t>
            </a:r>
          </a:p>
        </p:txBody>
      </p:sp>
      <p:sp>
        <p:nvSpPr>
          <p:cNvPr id="8" name="evidence-0">
            <a:extLst xmlns:a="http://schemas.openxmlformats.org/drawingml/2006/main">
              <a:ext uri="{FF2B5EF4-FFF2-40B4-BE49-F238E27FC236}">
                <a16:creationId xmlns:a16="http://schemas.microsoft.com/office/drawing/2014/main" id="{71139223-FE2C-4496-9A5D-1AE7D334545E}"/>
              </a:ext>
            </a:extLst>
          </p:cNvPr>
          <p:cNvSpPr>
            <a:spLocks xmlns:a="http://schemas.openxmlformats.org/drawingml/2006/main" noGrp="1"/>
          </p:cNvSpPr>
          <p:nvPr/>
        </p:nvSpPr>
        <p:spPr>
          <a:xfrm xmlns:a="http://schemas.openxmlformats.org/drawingml/2006/main">
            <a:off x="4267200" y="271462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647A"/>
                </a:solidFill>
                <a:latin typeface="Arial"/>
                <a:ea typeface="Arial"/>
                <a:cs typeface="Arial"/>
              </a:defRPr>
            </a:defPPr>
            <a:lvl1pPr algn="l">
              <a:defRPr sz="1575" b="0">
                <a:solidFill>
                  <a:srgbClr val="65647A"/>
                </a:solidFill>
                <a:latin typeface="Arial"/>
                <a:ea typeface="Arial"/>
                <a:cs typeface="Arial"/>
              </a:defRPr>
            </a:lvl1pPr>
            <a:lvl2pPr algn="l">
              <a:defRPr sz="1575" b="0">
                <a:solidFill>
                  <a:srgbClr val="65647A"/>
                </a:solidFill>
                <a:latin typeface="Arial"/>
                <a:ea typeface="Arial"/>
                <a:cs typeface="Arial"/>
              </a:defRPr>
            </a:lvl2pPr>
            <a:lvl3pPr algn="l">
              <a:defRPr sz="1575" b="0">
                <a:solidFill>
                  <a:srgbClr val="65647A"/>
                </a:solidFill>
                <a:latin typeface="Arial"/>
                <a:ea typeface="Arial"/>
                <a:cs typeface="Arial"/>
              </a:defRPr>
            </a:lvl3pPr>
            <a:lvl4pPr algn="l">
              <a:defRPr sz="1575" b="0">
                <a:solidFill>
                  <a:srgbClr val="65647A"/>
                </a:solidFill>
                <a:latin typeface="Arial"/>
                <a:ea typeface="Arial"/>
                <a:cs typeface="Arial"/>
              </a:defRPr>
            </a:lvl4pPr>
            <a:lvl5pPr algn="l">
              <a:defRPr sz="1575" b="0">
                <a:solidFill>
                  <a:srgbClr val="65647A"/>
                </a:solidFill>
                <a:latin typeface="Arial"/>
                <a:ea typeface="Arial"/>
                <a:cs typeface="Arial"/>
              </a:defRPr>
            </a:lvl5pPr>
            <a:lvl6pPr algn="l">
              <a:defRPr sz="1575" b="0">
                <a:solidFill>
                  <a:srgbClr val="65647A"/>
                </a:solidFill>
                <a:latin typeface="Arial"/>
                <a:ea typeface="Arial"/>
                <a:cs typeface="Arial"/>
              </a:defRPr>
            </a:lvl6pPr>
            <a:lvl7pPr algn="l">
              <a:defRPr sz="1575" b="0">
                <a:solidFill>
                  <a:srgbClr val="65647A"/>
                </a:solidFill>
                <a:latin typeface="Arial"/>
                <a:ea typeface="Arial"/>
                <a:cs typeface="Arial"/>
              </a:defRPr>
            </a:lvl7pPr>
            <a:lvl8pPr algn="l">
              <a:defRPr sz="1575" b="0">
                <a:solidFill>
                  <a:srgbClr val="65647A"/>
                </a:solidFill>
                <a:latin typeface="Arial"/>
                <a:ea typeface="Arial"/>
                <a:cs typeface="Arial"/>
              </a:defRPr>
            </a:lvl8pPr>
            <a:lvl9pPr algn="l">
              <a:defRPr sz="1575" b="0">
                <a:solidFill>
                  <a:srgbClr val="65647A"/>
                </a:solidFill>
                <a:latin typeface="Arial"/>
                <a:ea typeface="Arial"/>
                <a:cs typeface="Arial"/>
              </a:defRPr>
            </a:lvl9pPr>
          </a:lstStyle>
          <a:p xmlns:a="http://schemas.openxmlformats.org/drawingml/2006/main">
            <a:pPr algn="l">
              <a:defRPr sz="1575" b="0">
                <a:solidFill>
                  <a:srgbClr val="65647A"/>
                </a:solidFill>
                <a:latin typeface="Arial"/>
                <a:ea typeface="Arial"/>
                <a:cs typeface="Arial"/>
              </a:defRPr>
            </a:pPr>
            <a:r>
              <a:rPr sz="1575" b="0">
                <a:solidFill>
                  <a:srgbClr val="65647A"/>
                </a:solidFill>
                <a:latin typeface="Arial"/>
                <a:ea typeface="Arial"/>
                <a:cs typeface="Arial"/>
              </a:rPr>
              <a:t>Survey reports · mapped lamps · lit tags · night-light data</a:t>
            </a:r>
          </a:p>
        </p:txBody>
      </p:sp>
      <p:sp>
        <p:nvSpPr>
          <p:cNvPr id="9" name="factor-rule-0">
            <a:extLst xmlns:a="http://schemas.openxmlformats.org/drawingml/2006/main">
              <a:ext uri="{FF2B5EF4-FFF2-40B4-BE49-F238E27FC236}">
                <a16:creationId xmlns:a16="http://schemas.microsoft.com/office/drawing/2014/main" id="{5C9B7EDA-FD5C-4D0D-8E4F-7B3468BEB4B5}"/>
              </a:ext>
            </a:extLst>
          </p:cNvPr>
          <p:cNvSpPr>
            <a:spLocks xmlns:a="http://schemas.openxmlformats.org/drawingml/2006/main" noGrp="1"/>
          </p:cNvSpPr>
          <p:nvPr/>
        </p:nvSpPr>
        <p:spPr>
          <a:xfrm xmlns:a="http://schemas.openxmlformats.org/drawingml/2006/main">
            <a:off x="1123950" y="3209925"/>
            <a:ext cx="10001250" cy="9525"/>
          </a:xfrm>
          <a:prstGeom xmlns:a="http://schemas.openxmlformats.org/drawingml/2006/main" prst="rect">
            <a:avLst/>
          </a:prstGeom>
          <a:solidFill xmlns:a="http://schemas.openxmlformats.org/drawingml/2006/main">
            <a:srgbClr val="DEDBE8"/>
          </a:solidFill>
          <a:ln xmlns:a="http://schemas.openxmlformats.org/drawingml/2006/main" w="0">
            <a:noFill/>
            <a:prstDash val="solid"/>
          </a:ln>
        </p:spPr>
      </p:sp>
      <p:sp>
        <p:nvSpPr>
          <p:cNvPr id="10" name="factor-marker-1">
            <a:extLst xmlns:a="http://schemas.openxmlformats.org/drawingml/2006/main">
              <a:ext uri="{FF2B5EF4-FFF2-40B4-BE49-F238E27FC236}">
                <a16:creationId xmlns:a16="http://schemas.microsoft.com/office/drawing/2014/main" id="{49723454-E4C2-4C81-821C-9A2C64521456}"/>
              </a:ext>
            </a:extLst>
          </p:cNvPr>
          <p:cNvSpPr>
            <a:spLocks xmlns:a="http://schemas.openxmlformats.org/drawingml/2006/main" noGrp="1"/>
          </p:cNvSpPr>
          <p:nvPr/>
        </p:nvSpPr>
        <p:spPr>
          <a:xfrm xmlns:a="http://schemas.openxmlformats.org/drawingml/2006/main">
            <a:off x="790575" y="3457575"/>
            <a:ext cx="85725" cy="247650"/>
          </a:xfrm>
          <a:prstGeom xmlns:a="http://schemas.openxmlformats.org/drawingml/2006/main" prst="rect">
            <a:avLst/>
          </a:prstGeom>
          <a:solidFill xmlns:a="http://schemas.openxmlformats.org/drawingml/2006/main">
            <a:srgbClr val="15966A"/>
          </a:solidFill>
          <a:ln xmlns:a="http://schemas.openxmlformats.org/drawingml/2006/main" w="0">
            <a:noFill/>
            <a:prstDash val="solid"/>
          </a:ln>
        </p:spPr>
      </p:sp>
      <p:sp>
        <p:nvSpPr>
          <p:cNvPr id="11" name="factor-1">
            <a:extLst xmlns:a="http://schemas.openxmlformats.org/drawingml/2006/main">
              <a:ext uri="{FF2B5EF4-FFF2-40B4-BE49-F238E27FC236}">
                <a16:creationId xmlns:a16="http://schemas.microsoft.com/office/drawing/2014/main" id="{1C98FFD3-15B1-4EC4-BDC3-743CFF39540C}"/>
              </a:ext>
            </a:extLst>
          </p:cNvPr>
          <p:cNvSpPr>
            <a:spLocks xmlns:a="http://schemas.openxmlformats.org/drawingml/2006/main" noGrp="1"/>
          </p:cNvSpPr>
          <p:nvPr/>
        </p:nvSpPr>
        <p:spPr>
          <a:xfrm xmlns:a="http://schemas.openxmlformats.org/drawingml/2006/main">
            <a:off x="1123950" y="3381375"/>
            <a:ext cx="300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7162B"/>
                </a:solidFill>
                <a:latin typeface="Arial"/>
                <a:ea typeface="Arial"/>
                <a:cs typeface="Arial"/>
              </a:defRPr>
            </a:defPPr>
            <a:lvl1pPr algn="l">
              <a:defRPr sz="1350" b="1">
                <a:solidFill>
                  <a:srgbClr val="17162B"/>
                </a:solidFill>
                <a:latin typeface="Arial"/>
                <a:ea typeface="Arial"/>
                <a:cs typeface="Arial"/>
              </a:defRPr>
            </a:lvl1pPr>
            <a:lvl2pPr algn="l">
              <a:defRPr sz="1350" b="1">
                <a:solidFill>
                  <a:srgbClr val="17162B"/>
                </a:solidFill>
                <a:latin typeface="Arial"/>
                <a:ea typeface="Arial"/>
                <a:cs typeface="Arial"/>
              </a:defRPr>
            </a:lvl2pPr>
            <a:lvl3pPr algn="l">
              <a:defRPr sz="1350" b="1">
                <a:solidFill>
                  <a:srgbClr val="17162B"/>
                </a:solidFill>
                <a:latin typeface="Arial"/>
                <a:ea typeface="Arial"/>
                <a:cs typeface="Arial"/>
              </a:defRPr>
            </a:lvl3pPr>
            <a:lvl4pPr algn="l">
              <a:defRPr sz="1350" b="1">
                <a:solidFill>
                  <a:srgbClr val="17162B"/>
                </a:solidFill>
                <a:latin typeface="Arial"/>
                <a:ea typeface="Arial"/>
                <a:cs typeface="Arial"/>
              </a:defRPr>
            </a:lvl4pPr>
            <a:lvl5pPr algn="l">
              <a:defRPr sz="1350" b="1">
                <a:solidFill>
                  <a:srgbClr val="17162B"/>
                </a:solidFill>
                <a:latin typeface="Arial"/>
                <a:ea typeface="Arial"/>
                <a:cs typeface="Arial"/>
              </a:defRPr>
            </a:lvl5pPr>
            <a:lvl6pPr algn="l">
              <a:defRPr sz="1350" b="1">
                <a:solidFill>
                  <a:srgbClr val="17162B"/>
                </a:solidFill>
                <a:latin typeface="Arial"/>
                <a:ea typeface="Arial"/>
                <a:cs typeface="Arial"/>
              </a:defRPr>
            </a:lvl6pPr>
            <a:lvl7pPr algn="l">
              <a:defRPr sz="1350" b="1">
                <a:solidFill>
                  <a:srgbClr val="17162B"/>
                </a:solidFill>
                <a:latin typeface="Arial"/>
                <a:ea typeface="Arial"/>
                <a:cs typeface="Arial"/>
              </a:defRPr>
            </a:lvl7pPr>
            <a:lvl8pPr algn="l">
              <a:defRPr sz="1350" b="1">
                <a:solidFill>
                  <a:srgbClr val="17162B"/>
                </a:solidFill>
                <a:latin typeface="Arial"/>
                <a:ea typeface="Arial"/>
                <a:cs typeface="Arial"/>
              </a:defRPr>
            </a:lvl8pPr>
            <a:lvl9pPr algn="l">
              <a:defRPr sz="1350" b="1">
                <a:solidFill>
                  <a:srgbClr val="17162B"/>
                </a:solidFill>
                <a:latin typeface="Arial"/>
                <a:ea typeface="Arial"/>
                <a:cs typeface="Arial"/>
              </a:defRPr>
            </a:lvl9pPr>
          </a:lstStyle>
          <a:p xmlns:a="http://schemas.openxmlformats.org/drawingml/2006/main">
            <a:pPr algn="l">
              <a:defRPr sz="1350" b="1">
                <a:solidFill>
                  <a:srgbClr val="17162B"/>
                </a:solidFill>
                <a:latin typeface="Arial"/>
                <a:ea typeface="Arial"/>
                <a:cs typeface="Arial"/>
              </a:defRPr>
            </a:pPr>
            <a:r>
              <a:rPr sz="1350" b="1">
                <a:solidFill>
                  <a:srgbClr val="17162B"/>
                </a:solidFill>
                <a:latin typeface="Arial"/>
                <a:ea typeface="Arial"/>
                <a:cs typeface="Arial"/>
              </a:rPr>
              <a:t>PEOPLE &amp; OPEN PLACES</a:t>
            </a:r>
          </a:p>
        </p:txBody>
      </p:sp>
      <p:sp>
        <p:nvSpPr>
          <p:cNvPr id="12" name="evidence-1">
            <a:extLst xmlns:a="http://schemas.openxmlformats.org/drawingml/2006/main">
              <a:ext uri="{FF2B5EF4-FFF2-40B4-BE49-F238E27FC236}">
                <a16:creationId xmlns:a16="http://schemas.microsoft.com/office/drawing/2014/main" id="{A9653556-E897-4126-9B8E-25FA45E86926}"/>
              </a:ext>
            </a:extLst>
          </p:cNvPr>
          <p:cNvSpPr>
            <a:spLocks xmlns:a="http://schemas.openxmlformats.org/drawingml/2006/main" noGrp="1"/>
          </p:cNvSpPr>
          <p:nvPr/>
        </p:nvSpPr>
        <p:spPr>
          <a:xfrm xmlns:a="http://schemas.openxmlformats.org/drawingml/2006/main">
            <a:off x="4267200" y="3371850"/>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647A"/>
                </a:solidFill>
                <a:latin typeface="Arial"/>
                <a:ea typeface="Arial"/>
                <a:cs typeface="Arial"/>
              </a:defRPr>
            </a:defPPr>
            <a:lvl1pPr algn="l">
              <a:defRPr sz="1575" b="0">
                <a:solidFill>
                  <a:srgbClr val="65647A"/>
                </a:solidFill>
                <a:latin typeface="Arial"/>
                <a:ea typeface="Arial"/>
                <a:cs typeface="Arial"/>
              </a:defRPr>
            </a:lvl1pPr>
            <a:lvl2pPr algn="l">
              <a:defRPr sz="1575" b="0">
                <a:solidFill>
                  <a:srgbClr val="65647A"/>
                </a:solidFill>
                <a:latin typeface="Arial"/>
                <a:ea typeface="Arial"/>
                <a:cs typeface="Arial"/>
              </a:defRPr>
            </a:lvl2pPr>
            <a:lvl3pPr algn="l">
              <a:defRPr sz="1575" b="0">
                <a:solidFill>
                  <a:srgbClr val="65647A"/>
                </a:solidFill>
                <a:latin typeface="Arial"/>
                <a:ea typeface="Arial"/>
                <a:cs typeface="Arial"/>
              </a:defRPr>
            </a:lvl3pPr>
            <a:lvl4pPr algn="l">
              <a:defRPr sz="1575" b="0">
                <a:solidFill>
                  <a:srgbClr val="65647A"/>
                </a:solidFill>
                <a:latin typeface="Arial"/>
                <a:ea typeface="Arial"/>
                <a:cs typeface="Arial"/>
              </a:defRPr>
            </a:lvl4pPr>
            <a:lvl5pPr algn="l">
              <a:defRPr sz="1575" b="0">
                <a:solidFill>
                  <a:srgbClr val="65647A"/>
                </a:solidFill>
                <a:latin typeface="Arial"/>
                <a:ea typeface="Arial"/>
                <a:cs typeface="Arial"/>
              </a:defRPr>
            </a:lvl5pPr>
            <a:lvl6pPr algn="l">
              <a:defRPr sz="1575" b="0">
                <a:solidFill>
                  <a:srgbClr val="65647A"/>
                </a:solidFill>
                <a:latin typeface="Arial"/>
                <a:ea typeface="Arial"/>
                <a:cs typeface="Arial"/>
              </a:defRPr>
            </a:lvl6pPr>
            <a:lvl7pPr algn="l">
              <a:defRPr sz="1575" b="0">
                <a:solidFill>
                  <a:srgbClr val="65647A"/>
                </a:solidFill>
                <a:latin typeface="Arial"/>
                <a:ea typeface="Arial"/>
                <a:cs typeface="Arial"/>
              </a:defRPr>
            </a:lvl7pPr>
            <a:lvl8pPr algn="l">
              <a:defRPr sz="1575" b="0">
                <a:solidFill>
                  <a:srgbClr val="65647A"/>
                </a:solidFill>
                <a:latin typeface="Arial"/>
                <a:ea typeface="Arial"/>
                <a:cs typeface="Arial"/>
              </a:defRPr>
            </a:lvl8pPr>
            <a:lvl9pPr algn="l">
              <a:defRPr sz="1575" b="0">
                <a:solidFill>
                  <a:srgbClr val="65647A"/>
                </a:solidFill>
                <a:latin typeface="Arial"/>
                <a:ea typeface="Arial"/>
                <a:cs typeface="Arial"/>
              </a:defRPr>
            </a:lvl9pPr>
          </a:lstStyle>
          <a:p xmlns:a="http://schemas.openxmlformats.org/drawingml/2006/main">
            <a:pPr algn="l">
              <a:defRPr sz="1575" b="0">
                <a:solidFill>
                  <a:srgbClr val="65647A"/>
                </a:solidFill>
                <a:latin typeface="Arial"/>
                <a:ea typeface="Arial"/>
                <a:cs typeface="Arial"/>
              </a:defRPr>
            </a:pPr>
            <a:r>
              <a:rPr sz="1575" b="0">
                <a:solidFill>
                  <a:srgbClr val="65647A"/>
                </a:solidFill>
                <a:latin typeface="Arial"/>
                <a:ea typeface="Arial"/>
                <a:cs typeface="Arial"/>
              </a:rPr>
              <a:t>Reports · opening hours · scheduled transit · street context</a:t>
            </a:r>
          </a:p>
        </p:txBody>
      </p:sp>
      <p:sp>
        <p:nvSpPr>
          <p:cNvPr id="13" name="factor-rule-1">
            <a:extLst xmlns:a="http://schemas.openxmlformats.org/drawingml/2006/main">
              <a:ext uri="{FF2B5EF4-FFF2-40B4-BE49-F238E27FC236}">
                <a16:creationId xmlns:a16="http://schemas.microsoft.com/office/drawing/2014/main" id="{7E1EB837-B8E5-44AA-B1A9-77A39BBC50AE}"/>
              </a:ext>
            </a:extLst>
          </p:cNvPr>
          <p:cNvSpPr>
            <a:spLocks xmlns:a="http://schemas.openxmlformats.org/drawingml/2006/main" noGrp="1"/>
          </p:cNvSpPr>
          <p:nvPr/>
        </p:nvSpPr>
        <p:spPr>
          <a:xfrm xmlns:a="http://schemas.openxmlformats.org/drawingml/2006/main">
            <a:off x="1123950" y="3867150"/>
            <a:ext cx="10001250" cy="9525"/>
          </a:xfrm>
          <a:prstGeom xmlns:a="http://schemas.openxmlformats.org/drawingml/2006/main" prst="rect">
            <a:avLst/>
          </a:prstGeom>
          <a:solidFill xmlns:a="http://schemas.openxmlformats.org/drawingml/2006/main">
            <a:srgbClr val="DEDBE8"/>
          </a:solidFill>
          <a:ln xmlns:a="http://schemas.openxmlformats.org/drawingml/2006/main" w="0">
            <a:noFill/>
            <a:prstDash val="solid"/>
          </a:ln>
        </p:spPr>
      </p:sp>
      <p:sp>
        <p:nvSpPr>
          <p:cNvPr id="14" name="factor-marker-2">
            <a:extLst xmlns:a="http://schemas.openxmlformats.org/drawingml/2006/main">
              <a:ext uri="{FF2B5EF4-FFF2-40B4-BE49-F238E27FC236}">
                <a16:creationId xmlns:a16="http://schemas.microsoft.com/office/drawing/2014/main" id="{05DED088-677F-4C00-97AF-C53949956A75}"/>
              </a:ext>
            </a:extLst>
          </p:cNvPr>
          <p:cNvSpPr>
            <a:spLocks xmlns:a="http://schemas.openxmlformats.org/drawingml/2006/main" noGrp="1"/>
          </p:cNvSpPr>
          <p:nvPr/>
        </p:nvSpPr>
        <p:spPr>
          <a:xfrm xmlns:a="http://schemas.openxmlformats.org/drawingml/2006/main">
            <a:off x="790575" y="4114800"/>
            <a:ext cx="85725" cy="247650"/>
          </a:xfrm>
          <a:prstGeom xmlns:a="http://schemas.openxmlformats.org/drawingml/2006/main" prst="rect">
            <a:avLst/>
          </a:prstGeom>
          <a:solidFill xmlns:a="http://schemas.openxmlformats.org/drawingml/2006/main">
            <a:srgbClr val="15966A"/>
          </a:solidFill>
          <a:ln xmlns:a="http://schemas.openxmlformats.org/drawingml/2006/main" w="0">
            <a:noFill/>
            <a:prstDash val="solid"/>
          </a:ln>
        </p:spPr>
      </p:sp>
      <p:sp>
        <p:nvSpPr>
          <p:cNvPr id="15" name="factor-2">
            <a:extLst xmlns:a="http://schemas.openxmlformats.org/drawingml/2006/main">
              <a:ext uri="{FF2B5EF4-FFF2-40B4-BE49-F238E27FC236}">
                <a16:creationId xmlns:a16="http://schemas.microsoft.com/office/drawing/2014/main" id="{6D86DBFC-25D4-4B05-9084-F55D94AEBB1C}"/>
              </a:ext>
            </a:extLst>
          </p:cNvPr>
          <p:cNvSpPr>
            <a:spLocks xmlns:a="http://schemas.openxmlformats.org/drawingml/2006/main" noGrp="1"/>
          </p:cNvSpPr>
          <p:nvPr/>
        </p:nvSpPr>
        <p:spPr>
          <a:xfrm xmlns:a="http://schemas.openxmlformats.org/drawingml/2006/main">
            <a:off x="1123950" y="4038600"/>
            <a:ext cx="300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7162B"/>
                </a:solidFill>
                <a:latin typeface="Arial"/>
                <a:ea typeface="Arial"/>
                <a:cs typeface="Arial"/>
              </a:defRPr>
            </a:defPPr>
            <a:lvl1pPr algn="l">
              <a:defRPr sz="1350" b="1">
                <a:solidFill>
                  <a:srgbClr val="17162B"/>
                </a:solidFill>
                <a:latin typeface="Arial"/>
                <a:ea typeface="Arial"/>
                <a:cs typeface="Arial"/>
              </a:defRPr>
            </a:lvl1pPr>
            <a:lvl2pPr algn="l">
              <a:defRPr sz="1350" b="1">
                <a:solidFill>
                  <a:srgbClr val="17162B"/>
                </a:solidFill>
                <a:latin typeface="Arial"/>
                <a:ea typeface="Arial"/>
                <a:cs typeface="Arial"/>
              </a:defRPr>
            </a:lvl2pPr>
            <a:lvl3pPr algn="l">
              <a:defRPr sz="1350" b="1">
                <a:solidFill>
                  <a:srgbClr val="17162B"/>
                </a:solidFill>
                <a:latin typeface="Arial"/>
                <a:ea typeface="Arial"/>
                <a:cs typeface="Arial"/>
              </a:defRPr>
            </a:lvl3pPr>
            <a:lvl4pPr algn="l">
              <a:defRPr sz="1350" b="1">
                <a:solidFill>
                  <a:srgbClr val="17162B"/>
                </a:solidFill>
                <a:latin typeface="Arial"/>
                <a:ea typeface="Arial"/>
                <a:cs typeface="Arial"/>
              </a:defRPr>
            </a:lvl4pPr>
            <a:lvl5pPr algn="l">
              <a:defRPr sz="1350" b="1">
                <a:solidFill>
                  <a:srgbClr val="17162B"/>
                </a:solidFill>
                <a:latin typeface="Arial"/>
                <a:ea typeface="Arial"/>
                <a:cs typeface="Arial"/>
              </a:defRPr>
            </a:lvl5pPr>
            <a:lvl6pPr algn="l">
              <a:defRPr sz="1350" b="1">
                <a:solidFill>
                  <a:srgbClr val="17162B"/>
                </a:solidFill>
                <a:latin typeface="Arial"/>
                <a:ea typeface="Arial"/>
                <a:cs typeface="Arial"/>
              </a:defRPr>
            </a:lvl6pPr>
            <a:lvl7pPr algn="l">
              <a:defRPr sz="1350" b="1">
                <a:solidFill>
                  <a:srgbClr val="17162B"/>
                </a:solidFill>
                <a:latin typeface="Arial"/>
                <a:ea typeface="Arial"/>
                <a:cs typeface="Arial"/>
              </a:defRPr>
            </a:lvl7pPr>
            <a:lvl8pPr algn="l">
              <a:defRPr sz="1350" b="1">
                <a:solidFill>
                  <a:srgbClr val="17162B"/>
                </a:solidFill>
                <a:latin typeface="Arial"/>
                <a:ea typeface="Arial"/>
                <a:cs typeface="Arial"/>
              </a:defRPr>
            </a:lvl8pPr>
            <a:lvl9pPr algn="l">
              <a:defRPr sz="1350" b="1">
                <a:solidFill>
                  <a:srgbClr val="17162B"/>
                </a:solidFill>
                <a:latin typeface="Arial"/>
                <a:ea typeface="Arial"/>
                <a:cs typeface="Arial"/>
              </a:defRPr>
            </a:lvl9pPr>
          </a:lstStyle>
          <a:p xmlns:a="http://schemas.openxmlformats.org/drawingml/2006/main">
            <a:pPr algn="l">
              <a:defRPr sz="1350" b="1">
                <a:solidFill>
                  <a:srgbClr val="17162B"/>
                </a:solidFill>
                <a:latin typeface="Arial"/>
                <a:ea typeface="Arial"/>
                <a:cs typeface="Arial"/>
              </a:defRPr>
            </a:pPr>
            <a:r>
              <a:rPr sz="1350" b="1">
                <a:solidFill>
                  <a:srgbClr val="17162B"/>
                </a:solidFill>
                <a:latin typeface="Arial"/>
                <a:ea typeface="Arial"/>
                <a:cs typeface="Arial"/>
              </a:rPr>
              <a:t>BUILDINGS &amp; SURROUNDINGS</a:t>
            </a:r>
          </a:p>
        </p:txBody>
      </p:sp>
      <p:sp>
        <p:nvSpPr>
          <p:cNvPr id="16" name="evidence-2">
            <a:extLst xmlns:a="http://schemas.openxmlformats.org/drawingml/2006/main">
              <a:ext uri="{FF2B5EF4-FFF2-40B4-BE49-F238E27FC236}">
                <a16:creationId xmlns:a16="http://schemas.microsoft.com/office/drawing/2014/main" id="{837C0419-5634-4E60-A550-9BDF934E6CAF}"/>
              </a:ext>
            </a:extLst>
          </p:cNvPr>
          <p:cNvSpPr>
            <a:spLocks xmlns:a="http://schemas.openxmlformats.org/drawingml/2006/main" noGrp="1"/>
          </p:cNvSpPr>
          <p:nvPr/>
        </p:nvSpPr>
        <p:spPr>
          <a:xfrm xmlns:a="http://schemas.openxmlformats.org/drawingml/2006/main">
            <a:off x="4267200" y="402907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647A"/>
                </a:solidFill>
                <a:latin typeface="Arial"/>
                <a:ea typeface="Arial"/>
                <a:cs typeface="Arial"/>
              </a:defRPr>
            </a:defPPr>
            <a:lvl1pPr algn="l">
              <a:defRPr sz="1575" b="0">
                <a:solidFill>
                  <a:srgbClr val="65647A"/>
                </a:solidFill>
                <a:latin typeface="Arial"/>
                <a:ea typeface="Arial"/>
                <a:cs typeface="Arial"/>
              </a:defRPr>
            </a:lvl1pPr>
            <a:lvl2pPr algn="l">
              <a:defRPr sz="1575" b="0">
                <a:solidFill>
                  <a:srgbClr val="65647A"/>
                </a:solidFill>
                <a:latin typeface="Arial"/>
                <a:ea typeface="Arial"/>
                <a:cs typeface="Arial"/>
              </a:defRPr>
            </a:lvl2pPr>
            <a:lvl3pPr algn="l">
              <a:defRPr sz="1575" b="0">
                <a:solidFill>
                  <a:srgbClr val="65647A"/>
                </a:solidFill>
                <a:latin typeface="Arial"/>
                <a:ea typeface="Arial"/>
                <a:cs typeface="Arial"/>
              </a:defRPr>
            </a:lvl3pPr>
            <a:lvl4pPr algn="l">
              <a:defRPr sz="1575" b="0">
                <a:solidFill>
                  <a:srgbClr val="65647A"/>
                </a:solidFill>
                <a:latin typeface="Arial"/>
                <a:ea typeface="Arial"/>
                <a:cs typeface="Arial"/>
              </a:defRPr>
            </a:lvl4pPr>
            <a:lvl5pPr algn="l">
              <a:defRPr sz="1575" b="0">
                <a:solidFill>
                  <a:srgbClr val="65647A"/>
                </a:solidFill>
                <a:latin typeface="Arial"/>
                <a:ea typeface="Arial"/>
                <a:cs typeface="Arial"/>
              </a:defRPr>
            </a:lvl5pPr>
            <a:lvl6pPr algn="l">
              <a:defRPr sz="1575" b="0">
                <a:solidFill>
                  <a:srgbClr val="65647A"/>
                </a:solidFill>
                <a:latin typeface="Arial"/>
                <a:ea typeface="Arial"/>
                <a:cs typeface="Arial"/>
              </a:defRPr>
            </a:lvl6pPr>
            <a:lvl7pPr algn="l">
              <a:defRPr sz="1575" b="0">
                <a:solidFill>
                  <a:srgbClr val="65647A"/>
                </a:solidFill>
                <a:latin typeface="Arial"/>
                <a:ea typeface="Arial"/>
                <a:cs typeface="Arial"/>
              </a:defRPr>
            </a:lvl7pPr>
            <a:lvl8pPr algn="l">
              <a:defRPr sz="1575" b="0">
                <a:solidFill>
                  <a:srgbClr val="65647A"/>
                </a:solidFill>
                <a:latin typeface="Arial"/>
                <a:ea typeface="Arial"/>
                <a:cs typeface="Arial"/>
              </a:defRPr>
            </a:lvl8pPr>
            <a:lvl9pPr algn="l">
              <a:defRPr sz="1575" b="0">
                <a:solidFill>
                  <a:srgbClr val="65647A"/>
                </a:solidFill>
                <a:latin typeface="Arial"/>
                <a:ea typeface="Arial"/>
                <a:cs typeface="Arial"/>
              </a:defRPr>
            </a:lvl9pPr>
          </a:lstStyle>
          <a:p xmlns:a="http://schemas.openxmlformats.org/drawingml/2006/main">
            <a:pPr algn="l">
              <a:defRPr sz="1575" b="0">
                <a:solidFill>
                  <a:srgbClr val="65647A"/>
                </a:solidFill>
                <a:latin typeface="Arial"/>
                <a:ea typeface="Arial"/>
                <a:cs typeface="Arial"/>
              </a:defRPr>
            </a:pPr>
            <a:r>
              <a:rPr sz="1575" b="0">
                <a:solidFill>
                  <a:srgbClr val="65647A"/>
                </a:solidFill>
                <a:latin typeface="Arial"/>
                <a:ea typeface="Arial"/>
                <a:cs typeface="Arial"/>
              </a:rPr>
              <a:t>Building footprints · parks · rail and construction context</a:t>
            </a:r>
          </a:p>
        </p:txBody>
      </p:sp>
      <p:sp>
        <p:nvSpPr>
          <p:cNvPr id="17" name="factor-rule-2">
            <a:extLst xmlns:a="http://schemas.openxmlformats.org/drawingml/2006/main">
              <a:ext uri="{FF2B5EF4-FFF2-40B4-BE49-F238E27FC236}">
                <a16:creationId xmlns:a16="http://schemas.microsoft.com/office/drawing/2014/main" id="{8A38DEB0-010C-4DB7-A13B-E3795A537FD1}"/>
              </a:ext>
            </a:extLst>
          </p:cNvPr>
          <p:cNvSpPr>
            <a:spLocks xmlns:a="http://schemas.openxmlformats.org/drawingml/2006/main" noGrp="1"/>
          </p:cNvSpPr>
          <p:nvPr/>
        </p:nvSpPr>
        <p:spPr>
          <a:xfrm xmlns:a="http://schemas.openxmlformats.org/drawingml/2006/main">
            <a:off x="1123950" y="4524375"/>
            <a:ext cx="10001250" cy="9525"/>
          </a:xfrm>
          <a:prstGeom xmlns:a="http://schemas.openxmlformats.org/drawingml/2006/main" prst="rect">
            <a:avLst/>
          </a:prstGeom>
          <a:solidFill xmlns:a="http://schemas.openxmlformats.org/drawingml/2006/main">
            <a:srgbClr val="DEDBE8"/>
          </a:solidFill>
          <a:ln xmlns:a="http://schemas.openxmlformats.org/drawingml/2006/main" w="0">
            <a:noFill/>
            <a:prstDash val="solid"/>
          </a:ln>
        </p:spPr>
      </p:sp>
      <p:sp>
        <p:nvSpPr>
          <p:cNvPr id="18" name="factor-marker-3">
            <a:extLst xmlns:a="http://schemas.openxmlformats.org/drawingml/2006/main">
              <a:ext uri="{FF2B5EF4-FFF2-40B4-BE49-F238E27FC236}">
                <a16:creationId xmlns:a16="http://schemas.microsoft.com/office/drawing/2014/main" id="{3F18C59F-1A8D-454D-B73A-B611A893C0DA}"/>
              </a:ext>
            </a:extLst>
          </p:cNvPr>
          <p:cNvSpPr>
            <a:spLocks xmlns:a="http://schemas.openxmlformats.org/drawingml/2006/main" noGrp="1"/>
          </p:cNvSpPr>
          <p:nvPr/>
        </p:nvSpPr>
        <p:spPr>
          <a:xfrm xmlns:a="http://schemas.openxmlformats.org/drawingml/2006/main">
            <a:off x="790575" y="4772025"/>
            <a:ext cx="85725" cy="247650"/>
          </a:xfrm>
          <a:prstGeom xmlns:a="http://schemas.openxmlformats.org/drawingml/2006/main" prst="rect">
            <a:avLst/>
          </a:prstGeom>
          <a:solidFill xmlns:a="http://schemas.openxmlformats.org/drawingml/2006/main">
            <a:srgbClr val="15966A"/>
          </a:solidFill>
          <a:ln xmlns:a="http://schemas.openxmlformats.org/drawingml/2006/main" w="0">
            <a:noFill/>
            <a:prstDash val="solid"/>
          </a:ln>
        </p:spPr>
      </p:sp>
      <p:sp>
        <p:nvSpPr>
          <p:cNvPr id="19" name="factor-3">
            <a:extLst xmlns:a="http://schemas.openxmlformats.org/drawingml/2006/main">
              <a:ext uri="{FF2B5EF4-FFF2-40B4-BE49-F238E27FC236}">
                <a16:creationId xmlns:a16="http://schemas.microsoft.com/office/drawing/2014/main" id="{6EA090A6-B6D2-411A-93A9-BCD2D2373396}"/>
              </a:ext>
            </a:extLst>
          </p:cNvPr>
          <p:cNvSpPr>
            <a:spLocks xmlns:a="http://schemas.openxmlformats.org/drawingml/2006/main" noGrp="1"/>
          </p:cNvSpPr>
          <p:nvPr/>
        </p:nvSpPr>
        <p:spPr>
          <a:xfrm xmlns:a="http://schemas.openxmlformats.org/drawingml/2006/main">
            <a:off x="1123950" y="4695825"/>
            <a:ext cx="300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7162B"/>
                </a:solidFill>
                <a:latin typeface="Arial"/>
                <a:ea typeface="Arial"/>
                <a:cs typeface="Arial"/>
              </a:defRPr>
            </a:defPPr>
            <a:lvl1pPr algn="l">
              <a:defRPr sz="1350" b="1">
                <a:solidFill>
                  <a:srgbClr val="17162B"/>
                </a:solidFill>
                <a:latin typeface="Arial"/>
                <a:ea typeface="Arial"/>
                <a:cs typeface="Arial"/>
              </a:defRPr>
            </a:lvl1pPr>
            <a:lvl2pPr algn="l">
              <a:defRPr sz="1350" b="1">
                <a:solidFill>
                  <a:srgbClr val="17162B"/>
                </a:solidFill>
                <a:latin typeface="Arial"/>
                <a:ea typeface="Arial"/>
                <a:cs typeface="Arial"/>
              </a:defRPr>
            </a:lvl2pPr>
            <a:lvl3pPr algn="l">
              <a:defRPr sz="1350" b="1">
                <a:solidFill>
                  <a:srgbClr val="17162B"/>
                </a:solidFill>
                <a:latin typeface="Arial"/>
                <a:ea typeface="Arial"/>
                <a:cs typeface="Arial"/>
              </a:defRPr>
            </a:lvl3pPr>
            <a:lvl4pPr algn="l">
              <a:defRPr sz="1350" b="1">
                <a:solidFill>
                  <a:srgbClr val="17162B"/>
                </a:solidFill>
                <a:latin typeface="Arial"/>
                <a:ea typeface="Arial"/>
                <a:cs typeface="Arial"/>
              </a:defRPr>
            </a:lvl4pPr>
            <a:lvl5pPr algn="l">
              <a:defRPr sz="1350" b="1">
                <a:solidFill>
                  <a:srgbClr val="17162B"/>
                </a:solidFill>
                <a:latin typeface="Arial"/>
                <a:ea typeface="Arial"/>
                <a:cs typeface="Arial"/>
              </a:defRPr>
            </a:lvl5pPr>
            <a:lvl6pPr algn="l">
              <a:defRPr sz="1350" b="1">
                <a:solidFill>
                  <a:srgbClr val="17162B"/>
                </a:solidFill>
                <a:latin typeface="Arial"/>
                <a:ea typeface="Arial"/>
                <a:cs typeface="Arial"/>
              </a:defRPr>
            </a:lvl6pPr>
            <a:lvl7pPr algn="l">
              <a:defRPr sz="1350" b="1">
                <a:solidFill>
                  <a:srgbClr val="17162B"/>
                </a:solidFill>
                <a:latin typeface="Arial"/>
                <a:ea typeface="Arial"/>
                <a:cs typeface="Arial"/>
              </a:defRPr>
            </a:lvl7pPr>
            <a:lvl8pPr algn="l">
              <a:defRPr sz="1350" b="1">
                <a:solidFill>
                  <a:srgbClr val="17162B"/>
                </a:solidFill>
                <a:latin typeface="Arial"/>
                <a:ea typeface="Arial"/>
                <a:cs typeface="Arial"/>
              </a:defRPr>
            </a:lvl8pPr>
            <a:lvl9pPr algn="l">
              <a:defRPr sz="1350" b="1">
                <a:solidFill>
                  <a:srgbClr val="17162B"/>
                </a:solidFill>
                <a:latin typeface="Arial"/>
                <a:ea typeface="Arial"/>
                <a:cs typeface="Arial"/>
              </a:defRPr>
            </a:lvl9pPr>
          </a:lstStyle>
          <a:p xmlns:a="http://schemas.openxmlformats.org/drawingml/2006/main">
            <a:pPr algn="l">
              <a:defRPr sz="1350" b="1">
                <a:solidFill>
                  <a:srgbClr val="17162B"/>
                </a:solidFill>
                <a:latin typeface="Arial"/>
                <a:ea typeface="Arial"/>
                <a:cs typeface="Arial"/>
              </a:defRPr>
            </a:pPr>
            <a:r>
              <a:rPr sz="1350" b="1">
                <a:solidFill>
                  <a:srgbClr val="17162B"/>
                </a:solidFill>
                <a:latin typeface="Arial"/>
                <a:ea typeface="Arial"/>
                <a:cs typeface="Arial"/>
              </a:rPr>
              <a:t>POLICE &amp; CCTV</a:t>
            </a:r>
          </a:p>
        </p:txBody>
      </p:sp>
      <p:sp>
        <p:nvSpPr>
          <p:cNvPr id="20" name="evidence-3">
            <a:extLst xmlns:a="http://schemas.openxmlformats.org/drawingml/2006/main">
              <a:ext uri="{FF2B5EF4-FFF2-40B4-BE49-F238E27FC236}">
                <a16:creationId xmlns:a16="http://schemas.microsoft.com/office/drawing/2014/main" id="{9C2BBC01-6C71-4BBD-A89B-07AD3C500F82}"/>
              </a:ext>
            </a:extLst>
          </p:cNvPr>
          <p:cNvSpPr>
            <a:spLocks xmlns:a="http://schemas.openxmlformats.org/drawingml/2006/main" noGrp="1"/>
          </p:cNvSpPr>
          <p:nvPr/>
        </p:nvSpPr>
        <p:spPr>
          <a:xfrm xmlns:a="http://schemas.openxmlformats.org/drawingml/2006/main">
            <a:off x="4267200" y="4686300"/>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647A"/>
                </a:solidFill>
                <a:latin typeface="Arial"/>
                <a:ea typeface="Arial"/>
                <a:cs typeface="Arial"/>
              </a:defRPr>
            </a:defPPr>
            <a:lvl1pPr algn="l">
              <a:defRPr sz="1575" b="0">
                <a:solidFill>
                  <a:srgbClr val="65647A"/>
                </a:solidFill>
                <a:latin typeface="Arial"/>
                <a:ea typeface="Arial"/>
                <a:cs typeface="Arial"/>
              </a:defRPr>
            </a:lvl1pPr>
            <a:lvl2pPr algn="l">
              <a:defRPr sz="1575" b="0">
                <a:solidFill>
                  <a:srgbClr val="65647A"/>
                </a:solidFill>
                <a:latin typeface="Arial"/>
                <a:ea typeface="Arial"/>
                <a:cs typeface="Arial"/>
              </a:defRPr>
            </a:lvl2pPr>
            <a:lvl3pPr algn="l">
              <a:defRPr sz="1575" b="0">
                <a:solidFill>
                  <a:srgbClr val="65647A"/>
                </a:solidFill>
                <a:latin typeface="Arial"/>
                <a:ea typeface="Arial"/>
                <a:cs typeface="Arial"/>
              </a:defRPr>
            </a:lvl3pPr>
            <a:lvl4pPr algn="l">
              <a:defRPr sz="1575" b="0">
                <a:solidFill>
                  <a:srgbClr val="65647A"/>
                </a:solidFill>
                <a:latin typeface="Arial"/>
                <a:ea typeface="Arial"/>
                <a:cs typeface="Arial"/>
              </a:defRPr>
            </a:lvl4pPr>
            <a:lvl5pPr algn="l">
              <a:defRPr sz="1575" b="0">
                <a:solidFill>
                  <a:srgbClr val="65647A"/>
                </a:solidFill>
                <a:latin typeface="Arial"/>
                <a:ea typeface="Arial"/>
                <a:cs typeface="Arial"/>
              </a:defRPr>
            </a:lvl5pPr>
            <a:lvl6pPr algn="l">
              <a:defRPr sz="1575" b="0">
                <a:solidFill>
                  <a:srgbClr val="65647A"/>
                </a:solidFill>
                <a:latin typeface="Arial"/>
                <a:ea typeface="Arial"/>
                <a:cs typeface="Arial"/>
              </a:defRPr>
            </a:lvl6pPr>
            <a:lvl7pPr algn="l">
              <a:defRPr sz="1575" b="0">
                <a:solidFill>
                  <a:srgbClr val="65647A"/>
                </a:solidFill>
                <a:latin typeface="Arial"/>
                <a:ea typeface="Arial"/>
                <a:cs typeface="Arial"/>
              </a:defRPr>
            </a:lvl7pPr>
            <a:lvl8pPr algn="l">
              <a:defRPr sz="1575" b="0">
                <a:solidFill>
                  <a:srgbClr val="65647A"/>
                </a:solidFill>
                <a:latin typeface="Arial"/>
                <a:ea typeface="Arial"/>
                <a:cs typeface="Arial"/>
              </a:defRPr>
            </a:lvl8pPr>
            <a:lvl9pPr algn="l">
              <a:defRPr sz="1575" b="0">
                <a:solidFill>
                  <a:srgbClr val="65647A"/>
                </a:solidFill>
                <a:latin typeface="Arial"/>
                <a:ea typeface="Arial"/>
                <a:cs typeface="Arial"/>
              </a:defRPr>
            </a:lvl9pPr>
          </a:lstStyle>
          <a:p xmlns:a="http://schemas.openxmlformats.org/drawingml/2006/main">
            <a:pPr algn="l">
              <a:defRPr sz="1575" b="0">
                <a:solidFill>
                  <a:srgbClr val="65647A"/>
                </a:solidFill>
                <a:latin typeface="Arial"/>
                <a:ea typeface="Arial"/>
                <a:cs typeface="Arial"/>
              </a:defRPr>
            </a:pPr>
            <a:r>
              <a:rPr sz="1575" b="0">
                <a:solidFill>
                  <a:srgbClr val="65647A"/>
                </a:solidFill>
                <a:latin typeface="Arial"/>
                <a:ea typeface="Arial"/>
                <a:cs typeface="Arial"/>
              </a:rPr>
              <a:t>Police proximity · cameras · guard posts · emergency phones</a:t>
            </a:r>
          </a:p>
        </p:txBody>
      </p:sp>
      <p:sp>
        <p:nvSpPr>
          <p:cNvPr id="21" name="factor-rule-3">
            <a:extLst xmlns:a="http://schemas.openxmlformats.org/drawingml/2006/main">
              <a:ext uri="{FF2B5EF4-FFF2-40B4-BE49-F238E27FC236}">
                <a16:creationId xmlns:a16="http://schemas.microsoft.com/office/drawing/2014/main" id="{831D91FF-8055-4FF2-9B4A-A7A84D2CA64B}"/>
              </a:ext>
            </a:extLst>
          </p:cNvPr>
          <p:cNvSpPr>
            <a:spLocks xmlns:a="http://schemas.openxmlformats.org/drawingml/2006/main" noGrp="1"/>
          </p:cNvSpPr>
          <p:nvPr/>
        </p:nvSpPr>
        <p:spPr>
          <a:xfrm xmlns:a="http://schemas.openxmlformats.org/drawingml/2006/main">
            <a:off x="1123950" y="5181600"/>
            <a:ext cx="10001250" cy="9525"/>
          </a:xfrm>
          <a:prstGeom xmlns:a="http://schemas.openxmlformats.org/drawingml/2006/main" prst="rect">
            <a:avLst/>
          </a:prstGeom>
          <a:solidFill xmlns:a="http://schemas.openxmlformats.org/drawingml/2006/main">
            <a:srgbClr val="DEDBE8"/>
          </a:solidFill>
          <a:ln xmlns:a="http://schemas.openxmlformats.org/drawingml/2006/main" w="0">
            <a:noFill/>
            <a:prstDash val="solid"/>
          </a:ln>
        </p:spPr>
      </p:sp>
      <p:sp>
        <p:nvSpPr>
          <p:cNvPr id="22" name="factor-marker-4">
            <a:extLst xmlns:a="http://schemas.openxmlformats.org/drawingml/2006/main">
              <a:ext uri="{FF2B5EF4-FFF2-40B4-BE49-F238E27FC236}">
                <a16:creationId xmlns:a16="http://schemas.microsoft.com/office/drawing/2014/main" id="{53B2C2FA-940E-4C6F-9AAE-B694CD014031}"/>
              </a:ext>
            </a:extLst>
          </p:cNvPr>
          <p:cNvSpPr>
            <a:spLocks xmlns:a="http://schemas.openxmlformats.org/drawingml/2006/main" noGrp="1"/>
          </p:cNvSpPr>
          <p:nvPr/>
        </p:nvSpPr>
        <p:spPr>
          <a:xfrm xmlns:a="http://schemas.openxmlformats.org/drawingml/2006/main">
            <a:off x="790575" y="5429250"/>
            <a:ext cx="85725" cy="247650"/>
          </a:xfrm>
          <a:prstGeom xmlns:a="http://schemas.openxmlformats.org/drawingml/2006/main" prst="rect">
            <a:avLst/>
          </a:prstGeom>
          <a:solidFill xmlns:a="http://schemas.openxmlformats.org/drawingml/2006/main">
            <a:srgbClr val="F04438"/>
          </a:solidFill>
          <a:ln xmlns:a="http://schemas.openxmlformats.org/drawingml/2006/main" w="0">
            <a:noFill/>
            <a:prstDash val="solid"/>
          </a:ln>
        </p:spPr>
      </p:sp>
      <p:sp>
        <p:nvSpPr>
          <p:cNvPr id="23" name="factor-4">
            <a:extLst xmlns:a="http://schemas.openxmlformats.org/drawingml/2006/main">
              <a:ext uri="{FF2B5EF4-FFF2-40B4-BE49-F238E27FC236}">
                <a16:creationId xmlns:a16="http://schemas.microsoft.com/office/drawing/2014/main" id="{E70754A9-6371-4D8F-8B09-8A78083B0EDE}"/>
              </a:ext>
            </a:extLst>
          </p:cNvPr>
          <p:cNvSpPr>
            <a:spLocks xmlns:a="http://schemas.openxmlformats.org/drawingml/2006/main" noGrp="1"/>
          </p:cNvSpPr>
          <p:nvPr/>
        </p:nvSpPr>
        <p:spPr>
          <a:xfrm xmlns:a="http://schemas.openxmlformats.org/drawingml/2006/main">
            <a:off x="1123950" y="5353050"/>
            <a:ext cx="300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7162B"/>
                </a:solidFill>
                <a:latin typeface="Arial"/>
                <a:ea typeface="Arial"/>
                <a:cs typeface="Arial"/>
              </a:defRPr>
            </a:defPPr>
            <a:lvl1pPr algn="l">
              <a:defRPr sz="1350" b="1">
                <a:solidFill>
                  <a:srgbClr val="17162B"/>
                </a:solidFill>
                <a:latin typeface="Arial"/>
                <a:ea typeface="Arial"/>
                <a:cs typeface="Arial"/>
              </a:defRPr>
            </a:lvl1pPr>
            <a:lvl2pPr algn="l">
              <a:defRPr sz="1350" b="1">
                <a:solidFill>
                  <a:srgbClr val="17162B"/>
                </a:solidFill>
                <a:latin typeface="Arial"/>
                <a:ea typeface="Arial"/>
                <a:cs typeface="Arial"/>
              </a:defRPr>
            </a:lvl2pPr>
            <a:lvl3pPr algn="l">
              <a:defRPr sz="1350" b="1">
                <a:solidFill>
                  <a:srgbClr val="17162B"/>
                </a:solidFill>
                <a:latin typeface="Arial"/>
                <a:ea typeface="Arial"/>
                <a:cs typeface="Arial"/>
              </a:defRPr>
            </a:lvl3pPr>
            <a:lvl4pPr algn="l">
              <a:defRPr sz="1350" b="1">
                <a:solidFill>
                  <a:srgbClr val="17162B"/>
                </a:solidFill>
                <a:latin typeface="Arial"/>
                <a:ea typeface="Arial"/>
                <a:cs typeface="Arial"/>
              </a:defRPr>
            </a:lvl4pPr>
            <a:lvl5pPr algn="l">
              <a:defRPr sz="1350" b="1">
                <a:solidFill>
                  <a:srgbClr val="17162B"/>
                </a:solidFill>
                <a:latin typeface="Arial"/>
                <a:ea typeface="Arial"/>
                <a:cs typeface="Arial"/>
              </a:defRPr>
            </a:lvl5pPr>
            <a:lvl6pPr algn="l">
              <a:defRPr sz="1350" b="1">
                <a:solidFill>
                  <a:srgbClr val="17162B"/>
                </a:solidFill>
                <a:latin typeface="Arial"/>
                <a:ea typeface="Arial"/>
                <a:cs typeface="Arial"/>
              </a:defRPr>
            </a:lvl6pPr>
            <a:lvl7pPr algn="l">
              <a:defRPr sz="1350" b="1">
                <a:solidFill>
                  <a:srgbClr val="17162B"/>
                </a:solidFill>
                <a:latin typeface="Arial"/>
                <a:ea typeface="Arial"/>
                <a:cs typeface="Arial"/>
              </a:defRPr>
            </a:lvl7pPr>
            <a:lvl8pPr algn="l">
              <a:defRPr sz="1350" b="1">
                <a:solidFill>
                  <a:srgbClr val="17162B"/>
                </a:solidFill>
                <a:latin typeface="Arial"/>
                <a:ea typeface="Arial"/>
                <a:cs typeface="Arial"/>
              </a:defRPr>
            </a:lvl8pPr>
            <a:lvl9pPr algn="l">
              <a:defRPr sz="1350" b="1">
                <a:solidFill>
                  <a:srgbClr val="17162B"/>
                </a:solidFill>
                <a:latin typeface="Arial"/>
                <a:ea typeface="Arial"/>
                <a:cs typeface="Arial"/>
              </a:defRPr>
            </a:lvl9pPr>
          </a:lstStyle>
          <a:p xmlns:a="http://schemas.openxmlformats.org/drawingml/2006/main">
            <a:pPr algn="l">
              <a:defRPr sz="1350" b="1">
                <a:solidFill>
                  <a:srgbClr val="17162B"/>
                </a:solidFill>
                <a:latin typeface="Arial"/>
                <a:ea typeface="Arial"/>
                <a:cs typeface="Arial"/>
              </a:defRPr>
            </a:pPr>
            <a:r>
              <a:rPr sz="1350" b="1">
                <a:solidFill>
                  <a:srgbClr val="17162B"/>
                </a:solidFill>
                <a:latin typeface="Arial"/>
                <a:ea typeface="Arial"/>
                <a:cs typeface="Arial"/>
              </a:rPr>
              <a:t>FOOTPATH &amp; WAYS OUT</a:t>
            </a:r>
          </a:p>
        </p:txBody>
      </p:sp>
      <p:sp>
        <p:nvSpPr>
          <p:cNvPr id="24" name="evidence-4">
            <a:extLst xmlns:a="http://schemas.openxmlformats.org/drawingml/2006/main">
              <a:ext uri="{FF2B5EF4-FFF2-40B4-BE49-F238E27FC236}">
                <a16:creationId xmlns:a16="http://schemas.microsoft.com/office/drawing/2014/main" id="{A934648A-7573-40EC-8657-B08D89837B7A}"/>
              </a:ext>
            </a:extLst>
          </p:cNvPr>
          <p:cNvSpPr>
            <a:spLocks xmlns:a="http://schemas.openxmlformats.org/drawingml/2006/main" noGrp="1"/>
          </p:cNvSpPr>
          <p:nvPr/>
        </p:nvSpPr>
        <p:spPr>
          <a:xfrm xmlns:a="http://schemas.openxmlformats.org/drawingml/2006/main">
            <a:off x="4267200" y="534352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5647A"/>
                </a:solidFill>
                <a:latin typeface="Arial"/>
                <a:ea typeface="Arial"/>
                <a:cs typeface="Arial"/>
              </a:defRPr>
            </a:defPPr>
            <a:lvl1pPr algn="l">
              <a:defRPr sz="1575" b="0">
                <a:solidFill>
                  <a:srgbClr val="65647A"/>
                </a:solidFill>
                <a:latin typeface="Arial"/>
                <a:ea typeface="Arial"/>
                <a:cs typeface="Arial"/>
              </a:defRPr>
            </a:lvl1pPr>
            <a:lvl2pPr algn="l">
              <a:defRPr sz="1575" b="0">
                <a:solidFill>
                  <a:srgbClr val="65647A"/>
                </a:solidFill>
                <a:latin typeface="Arial"/>
                <a:ea typeface="Arial"/>
                <a:cs typeface="Arial"/>
              </a:defRPr>
            </a:lvl2pPr>
            <a:lvl3pPr algn="l">
              <a:defRPr sz="1575" b="0">
                <a:solidFill>
                  <a:srgbClr val="65647A"/>
                </a:solidFill>
                <a:latin typeface="Arial"/>
                <a:ea typeface="Arial"/>
                <a:cs typeface="Arial"/>
              </a:defRPr>
            </a:lvl3pPr>
            <a:lvl4pPr algn="l">
              <a:defRPr sz="1575" b="0">
                <a:solidFill>
                  <a:srgbClr val="65647A"/>
                </a:solidFill>
                <a:latin typeface="Arial"/>
                <a:ea typeface="Arial"/>
                <a:cs typeface="Arial"/>
              </a:defRPr>
            </a:lvl4pPr>
            <a:lvl5pPr algn="l">
              <a:defRPr sz="1575" b="0">
                <a:solidFill>
                  <a:srgbClr val="65647A"/>
                </a:solidFill>
                <a:latin typeface="Arial"/>
                <a:ea typeface="Arial"/>
                <a:cs typeface="Arial"/>
              </a:defRPr>
            </a:lvl5pPr>
            <a:lvl6pPr algn="l">
              <a:defRPr sz="1575" b="0">
                <a:solidFill>
                  <a:srgbClr val="65647A"/>
                </a:solidFill>
                <a:latin typeface="Arial"/>
                <a:ea typeface="Arial"/>
                <a:cs typeface="Arial"/>
              </a:defRPr>
            </a:lvl6pPr>
            <a:lvl7pPr algn="l">
              <a:defRPr sz="1575" b="0">
                <a:solidFill>
                  <a:srgbClr val="65647A"/>
                </a:solidFill>
                <a:latin typeface="Arial"/>
                <a:ea typeface="Arial"/>
                <a:cs typeface="Arial"/>
              </a:defRPr>
            </a:lvl7pPr>
            <a:lvl8pPr algn="l">
              <a:defRPr sz="1575" b="0">
                <a:solidFill>
                  <a:srgbClr val="65647A"/>
                </a:solidFill>
                <a:latin typeface="Arial"/>
                <a:ea typeface="Arial"/>
                <a:cs typeface="Arial"/>
              </a:defRPr>
            </a:lvl8pPr>
            <a:lvl9pPr algn="l">
              <a:defRPr sz="1575" b="0">
                <a:solidFill>
                  <a:srgbClr val="65647A"/>
                </a:solidFill>
                <a:latin typeface="Arial"/>
                <a:ea typeface="Arial"/>
                <a:cs typeface="Arial"/>
              </a:defRPr>
            </a:lvl9pPr>
          </a:lstStyle>
          <a:p xmlns:a="http://schemas.openxmlformats.org/drawingml/2006/main">
            <a:pPr algn="l">
              <a:defRPr sz="1575" b="0">
                <a:solidFill>
                  <a:srgbClr val="65647A"/>
                </a:solidFill>
                <a:latin typeface="Arial"/>
                <a:ea typeface="Arial"/>
                <a:cs typeface="Arial"/>
              </a:defRPr>
            </a:pPr>
            <a:r>
              <a:rPr sz="1575" b="0">
                <a:solidFill>
                  <a:srgbClr val="65647A"/>
                </a:solidFill>
                <a:latin typeface="Arial"/>
                <a:ea typeface="Arial"/>
                <a:cs typeface="Arial"/>
              </a:rPr>
              <a:t>Path type · surface · crossings · dead ends · street connections</a:t>
            </a:r>
          </a:p>
        </p:txBody>
      </p:sp>
      <p:sp>
        <p:nvSpPr>
          <p:cNvPr id="25" name="scoring-note">
            <a:extLst xmlns:a="http://schemas.openxmlformats.org/drawingml/2006/main">
              <a:ext uri="{FF2B5EF4-FFF2-40B4-BE49-F238E27FC236}">
                <a16:creationId xmlns:a16="http://schemas.microsoft.com/office/drawing/2014/main" id="{0794B992-09C0-4C84-956D-3E44FADD6D1D}"/>
              </a:ext>
            </a:extLst>
          </p:cNvPr>
          <p:cNvSpPr>
            <a:spLocks xmlns:a="http://schemas.openxmlformats.org/drawingml/2006/main" noGrp="1"/>
          </p:cNvSpPr>
          <p:nvPr/>
        </p:nvSpPr>
        <p:spPr>
          <a:xfrm xmlns:a="http://schemas.openxmlformats.org/drawingml/2006/main">
            <a:off x="781050" y="6105525"/>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6947FF"/>
                </a:solidFill>
                <a:latin typeface="Arial"/>
                <a:ea typeface="Arial"/>
                <a:cs typeface="Arial"/>
              </a:defRPr>
            </a:defPPr>
            <a:lvl1pPr algn="l">
              <a:defRPr sz="1350" b="1">
                <a:solidFill>
                  <a:srgbClr val="6947FF"/>
                </a:solidFill>
                <a:latin typeface="Arial"/>
                <a:ea typeface="Arial"/>
                <a:cs typeface="Arial"/>
              </a:defRPr>
            </a:lvl1pPr>
            <a:lvl2pPr algn="l">
              <a:defRPr sz="1350" b="1">
                <a:solidFill>
                  <a:srgbClr val="6947FF"/>
                </a:solidFill>
                <a:latin typeface="Arial"/>
                <a:ea typeface="Arial"/>
                <a:cs typeface="Arial"/>
              </a:defRPr>
            </a:lvl2pPr>
            <a:lvl3pPr algn="l">
              <a:defRPr sz="1350" b="1">
                <a:solidFill>
                  <a:srgbClr val="6947FF"/>
                </a:solidFill>
                <a:latin typeface="Arial"/>
                <a:ea typeface="Arial"/>
                <a:cs typeface="Arial"/>
              </a:defRPr>
            </a:lvl3pPr>
            <a:lvl4pPr algn="l">
              <a:defRPr sz="1350" b="1">
                <a:solidFill>
                  <a:srgbClr val="6947FF"/>
                </a:solidFill>
                <a:latin typeface="Arial"/>
                <a:ea typeface="Arial"/>
                <a:cs typeface="Arial"/>
              </a:defRPr>
            </a:lvl4pPr>
            <a:lvl5pPr algn="l">
              <a:defRPr sz="1350" b="1">
                <a:solidFill>
                  <a:srgbClr val="6947FF"/>
                </a:solidFill>
                <a:latin typeface="Arial"/>
                <a:ea typeface="Arial"/>
                <a:cs typeface="Arial"/>
              </a:defRPr>
            </a:lvl5pPr>
            <a:lvl6pPr algn="l">
              <a:defRPr sz="1350" b="1">
                <a:solidFill>
                  <a:srgbClr val="6947FF"/>
                </a:solidFill>
                <a:latin typeface="Arial"/>
                <a:ea typeface="Arial"/>
                <a:cs typeface="Arial"/>
              </a:defRPr>
            </a:lvl6pPr>
            <a:lvl7pPr algn="l">
              <a:defRPr sz="1350" b="1">
                <a:solidFill>
                  <a:srgbClr val="6947FF"/>
                </a:solidFill>
                <a:latin typeface="Arial"/>
                <a:ea typeface="Arial"/>
                <a:cs typeface="Arial"/>
              </a:defRPr>
            </a:lvl7pPr>
            <a:lvl8pPr algn="l">
              <a:defRPr sz="1350" b="1">
                <a:solidFill>
                  <a:srgbClr val="6947FF"/>
                </a:solidFill>
                <a:latin typeface="Arial"/>
                <a:ea typeface="Arial"/>
                <a:cs typeface="Arial"/>
              </a:defRPr>
            </a:lvl8pPr>
            <a:lvl9pPr algn="l">
              <a:defRPr sz="1350" b="1">
                <a:solidFill>
                  <a:srgbClr val="6947FF"/>
                </a:solidFill>
                <a:latin typeface="Arial"/>
                <a:ea typeface="Arial"/>
                <a:cs typeface="Arial"/>
              </a:defRPr>
            </a:lvl9pPr>
          </a:lstStyle>
          <a:p xmlns:a="http://schemas.openxmlformats.org/drawingml/2006/main">
            <a:pPr algn="l">
              <a:defRPr sz="1350" b="1">
                <a:solidFill>
                  <a:srgbClr val="6947FF"/>
                </a:solidFill>
                <a:latin typeface="Arial"/>
                <a:ea typeface="Arial"/>
                <a:cs typeface="Arial"/>
              </a:defRPr>
            </a:pPr>
            <a:r>
              <a:rPr sz="1350" b="1">
                <a:solidFill>
                  <a:srgbClr val="6947FF"/>
                </a:solidFill>
                <a:latin typeface="Arial"/>
                <a:ea typeface="Arial"/>
                <a:cs typeface="Arial"/>
              </a:rPr>
              <a:t>Evidence confidence is shown; more points do not turn an unknown street into a known one.</a:t>
            </a:r>
          </a:p>
        </p:txBody>
      </p:sp>
    </p:spTree>
    <p:extLst>
      <p:ext uri="{BB962C8B-B14F-4D97-AF65-F5344CB8AC3E}">
        <p14:creationId xmlns:p14="http://schemas.microsoft.com/office/powerpoint/2010/main" val="1781983432"/>
      </p:ext>
    </p:extLst>
  </p:cSld>
</p:sld>
</file>

<file path=ppt/slides/slide5.xml><?xml version="1.0" encoding="utf-8"?>
<p:sld xmlns:p="http://schemas.openxmlformats.org/presentationml/2006/main">
  <p:cSld>
    <p:bg>
      <p:bgPr>
        <a:solidFill xmlns:a="http://schemas.openxmlformats.org/drawingml/2006/main">
          <a:srgbClr val="17162B"/>
        </a:solidFill>
      </p:bgPr>
    </p:bg>
    <p:spTree>
      <p:nvGrpSpPr>
        <p:cNvPr id="1" name=""/>
        <p:cNvGrpSpPr/>
        <p:nvPr/>
      </p:nvGrpSpPr>
      <p:grpSpPr>
        <a:xfrm xmlns:a="http://schemas.openxmlformats.org/drawingml/2006/main"/>
      </p:grpSpPr>
      <p:sp>
        <p:nvSpPr>
          <p:cNvPr id="18" name="accent-5">
            <a:extLst xmlns:a="http://schemas.openxmlformats.org/drawingml/2006/main">
              <a:ext uri="{FF2B5EF4-FFF2-40B4-BE49-F238E27FC236}">
                <a16:creationId xmlns:a16="http://schemas.microsoft.com/office/drawing/2014/main" id="{B03062A7-EA00-47AE-893C-AC92DB94D731}"/>
              </a:ext>
            </a:extLst>
          </p:cNvPr>
          <p:cNvSpPr>
            <a:spLocks xmlns:a="http://schemas.openxmlformats.org/drawingml/2006/main" noGrp="1"/>
          </p:cNvSpPr>
          <p:nvPr/>
        </p:nvSpPr>
        <p:spPr>
          <a:xfrm xmlns:a="http://schemas.openxmlformats.org/drawingml/2006/main">
            <a:off x="685800" y="628650"/>
            <a:ext cx="400050" cy="47625"/>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2" name="title-5">
            <a:extLst xmlns:a="http://schemas.openxmlformats.org/drawingml/2006/main">
              <a:ext uri="{FF2B5EF4-FFF2-40B4-BE49-F238E27FC236}">
                <a16:creationId xmlns:a16="http://schemas.microsoft.com/office/drawing/2014/main" id="{0E858108-CF07-411A-A7BB-83034AD1F261}"/>
              </a:ext>
            </a:extLst>
          </p:cNvPr>
          <p:cNvSpPr>
            <a:spLocks xmlns:a="http://schemas.openxmlformats.org/drawingml/2006/main" noGrp="1"/>
          </p:cNvSpPr>
          <p:nvPr/>
        </p:nvSpPr>
        <p:spPr>
          <a:xfrm xmlns:a="http://schemas.openxmlformats.org/drawingml/2006/main">
            <a:off x="685800" y="8953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A small app with an explainable pipeline</a:t>
            </a:r>
          </a:p>
        </p:txBody>
      </p:sp>
      <p:sp>
        <p:nvSpPr>
          <p:cNvPr id="3" name="footer-5">
            <a:extLst xmlns:a="http://schemas.openxmlformats.org/drawingml/2006/main">
              <a:ext uri="{FF2B5EF4-FFF2-40B4-BE49-F238E27FC236}">
                <a16:creationId xmlns:a16="http://schemas.microsoft.com/office/drawing/2014/main" id="{62965E4E-C976-40F0-A4A0-3B44BE539C4B}"/>
              </a:ext>
            </a:extLst>
          </p:cNvPr>
          <p:cNvSpPr>
            <a:spLocks xmlns:a="http://schemas.openxmlformats.org/drawingml/2006/main" noGrp="1"/>
          </p:cNvSpPr>
          <p:nvPr/>
        </p:nvSpPr>
        <p:spPr>
          <a:xfrm xmlns:a="http://schemas.openxmlformats.org/drawingml/2006/main">
            <a:off x="685800" y="64198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8D3E6"/>
                </a:solidFill>
                <a:latin typeface="Arial"/>
                <a:ea typeface="Arial"/>
                <a:cs typeface="Arial"/>
              </a:defRPr>
            </a:defPPr>
            <a:lvl1pPr algn="l">
              <a:defRPr sz="975" b="1">
                <a:solidFill>
                  <a:srgbClr val="D8D3E6"/>
                </a:solidFill>
                <a:latin typeface="Arial"/>
                <a:ea typeface="Arial"/>
                <a:cs typeface="Arial"/>
              </a:defRPr>
            </a:lvl1pPr>
            <a:lvl2pPr algn="l">
              <a:defRPr sz="975" b="1">
                <a:solidFill>
                  <a:srgbClr val="D8D3E6"/>
                </a:solidFill>
                <a:latin typeface="Arial"/>
                <a:ea typeface="Arial"/>
                <a:cs typeface="Arial"/>
              </a:defRPr>
            </a:lvl2pPr>
            <a:lvl3pPr algn="l">
              <a:defRPr sz="975" b="1">
                <a:solidFill>
                  <a:srgbClr val="D8D3E6"/>
                </a:solidFill>
                <a:latin typeface="Arial"/>
                <a:ea typeface="Arial"/>
                <a:cs typeface="Arial"/>
              </a:defRPr>
            </a:lvl3pPr>
            <a:lvl4pPr algn="l">
              <a:defRPr sz="975" b="1">
                <a:solidFill>
                  <a:srgbClr val="D8D3E6"/>
                </a:solidFill>
                <a:latin typeface="Arial"/>
                <a:ea typeface="Arial"/>
                <a:cs typeface="Arial"/>
              </a:defRPr>
            </a:lvl4pPr>
            <a:lvl5pPr algn="l">
              <a:defRPr sz="975" b="1">
                <a:solidFill>
                  <a:srgbClr val="D8D3E6"/>
                </a:solidFill>
                <a:latin typeface="Arial"/>
                <a:ea typeface="Arial"/>
                <a:cs typeface="Arial"/>
              </a:defRPr>
            </a:lvl5pPr>
            <a:lvl6pPr algn="l">
              <a:defRPr sz="975" b="1">
                <a:solidFill>
                  <a:srgbClr val="D8D3E6"/>
                </a:solidFill>
                <a:latin typeface="Arial"/>
                <a:ea typeface="Arial"/>
                <a:cs typeface="Arial"/>
              </a:defRPr>
            </a:lvl6pPr>
            <a:lvl7pPr algn="l">
              <a:defRPr sz="975" b="1">
                <a:solidFill>
                  <a:srgbClr val="D8D3E6"/>
                </a:solidFill>
                <a:latin typeface="Arial"/>
                <a:ea typeface="Arial"/>
                <a:cs typeface="Arial"/>
              </a:defRPr>
            </a:lvl7pPr>
            <a:lvl8pPr algn="l">
              <a:defRPr sz="975" b="1">
                <a:solidFill>
                  <a:srgbClr val="D8D3E6"/>
                </a:solidFill>
                <a:latin typeface="Arial"/>
                <a:ea typeface="Arial"/>
                <a:cs typeface="Arial"/>
              </a:defRPr>
            </a:lvl8pPr>
            <a:lvl9pPr algn="l">
              <a:defRPr sz="975" b="1">
                <a:solidFill>
                  <a:srgbClr val="D8D3E6"/>
                </a:solidFill>
                <a:latin typeface="Arial"/>
                <a:ea typeface="Arial"/>
                <a:cs typeface="Arial"/>
              </a:defRPr>
            </a:lvl9pPr>
          </a:lstStyle>
          <a:p xmlns:a="http://schemas.openxmlformats.org/drawingml/2006/main">
            <a:pPr algn="l">
              <a:defRPr sz="975" b="1">
                <a:solidFill>
                  <a:srgbClr val="D8D3E6"/>
                </a:solidFill>
                <a:latin typeface="Arial"/>
                <a:ea typeface="Arial"/>
                <a:cs typeface="Arial"/>
              </a:defRPr>
            </a:pPr>
            <a:r>
              <a:rPr sz="975" b="1">
                <a:solidFill>
                  <a:srgbClr val="D8D3E6"/>
                </a:solidFill>
                <a:latin typeface="Arial"/>
                <a:ea typeface="Arial"/>
                <a:cs typeface="Arial"/>
              </a:rPr>
              <a:t>SAFEROUTE  /  HACKTOBER FEST 2026</a:t>
            </a:r>
          </a:p>
        </p:txBody>
      </p:sp>
      <p:sp>
        <p:nvSpPr>
          <p:cNvPr id="4" name="number-5">
            <a:extLst xmlns:a="http://schemas.openxmlformats.org/drawingml/2006/main">
              <a:ext uri="{FF2B5EF4-FFF2-40B4-BE49-F238E27FC236}">
                <a16:creationId xmlns:a16="http://schemas.microsoft.com/office/drawing/2014/main" id="{2A3D9432-8FAC-4404-B7E3-967D434D3CB9}"/>
              </a:ext>
            </a:extLst>
          </p:cNvPr>
          <p:cNvSpPr>
            <a:spLocks xmlns:a="http://schemas.openxmlformats.org/drawingml/2006/main" noGrp="1"/>
          </p:cNvSpPr>
          <p:nvPr/>
        </p:nvSpPr>
        <p:spPr>
          <a:xfrm xmlns:a="http://schemas.openxmlformats.org/drawingml/2006/main">
            <a:off x="11001375" y="63817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D8D3E6"/>
                </a:solidFill>
                <a:latin typeface="Arial"/>
                <a:ea typeface="Arial"/>
                <a:cs typeface="Arial"/>
              </a:defRPr>
            </a:defPPr>
            <a:lvl1pPr algn="r">
              <a:defRPr sz="1200" b="1">
                <a:solidFill>
                  <a:srgbClr val="D8D3E6"/>
                </a:solidFill>
                <a:latin typeface="Arial"/>
                <a:ea typeface="Arial"/>
                <a:cs typeface="Arial"/>
              </a:defRPr>
            </a:lvl1pPr>
            <a:lvl2pPr algn="r">
              <a:defRPr sz="1200" b="1">
                <a:solidFill>
                  <a:srgbClr val="D8D3E6"/>
                </a:solidFill>
                <a:latin typeface="Arial"/>
                <a:ea typeface="Arial"/>
                <a:cs typeface="Arial"/>
              </a:defRPr>
            </a:lvl2pPr>
            <a:lvl3pPr algn="r">
              <a:defRPr sz="1200" b="1">
                <a:solidFill>
                  <a:srgbClr val="D8D3E6"/>
                </a:solidFill>
                <a:latin typeface="Arial"/>
                <a:ea typeface="Arial"/>
                <a:cs typeface="Arial"/>
              </a:defRPr>
            </a:lvl3pPr>
            <a:lvl4pPr algn="r">
              <a:defRPr sz="1200" b="1">
                <a:solidFill>
                  <a:srgbClr val="D8D3E6"/>
                </a:solidFill>
                <a:latin typeface="Arial"/>
                <a:ea typeface="Arial"/>
                <a:cs typeface="Arial"/>
              </a:defRPr>
            </a:lvl4pPr>
            <a:lvl5pPr algn="r">
              <a:defRPr sz="1200" b="1">
                <a:solidFill>
                  <a:srgbClr val="D8D3E6"/>
                </a:solidFill>
                <a:latin typeface="Arial"/>
                <a:ea typeface="Arial"/>
                <a:cs typeface="Arial"/>
              </a:defRPr>
            </a:lvl5pPr>
            <a:lvl6pPr algn="r">
              <a:defRPr sz="1200" b="1">
                <a:solidFill>
                  <a:srgbClr val="D8D3E6"/>
                </a:solidFill>
                <a:latin typeface="Arial"/>
                <a:ea typeface="Arial"/>
                <a:cs typeface="Arial"/>
              </a:defRPr>
            </a:lvl6pPr>
            <a:lvl7pPr algn="r">
              <a:defRPr sz="1200" b="1">
                <a:solidFill>
                  <a:srgbClr val="D8D3E6"/>
                </a:solidFill>
                <a:latin typeface="Arial"/>
                <a:ea typeface="Arial"/>
                <a:cs typeface="Arial"/>
              </a:defRPr>
            </a:lvl7pPr>
            <a:lvl8pPr algn="r">
              <a:defRPr sz="1200" b="1">
                <a:solidFill>
                  <a:srgbClr val="D8D3E6"/>
                </a:solidFill>
                <a:latin typeface="Arial"/>
                <a:ea typeface="Arial"/>
                <a:cs typeface="Arial"/>
              </a:defRPr>
            </a:lvl8pPr>
            <a:lvl9pPr algn="r">
              <a:defRPr sz="1200" b="1">
                <a:solidFill>
                  <a:srgbClr val="D8D3E6"/>
                </a:solidFill>
                <a:latin typeface="Arial"/>
                <a:ea typeface="Arial"/>
                <a:cs typeface="Arial"/>
              </a:defRPr>
            </a:lvl9pPr>
          </a:lstStyle>
          <a:p xmlns:a="http://schemas.openxmlformats.org/drawingml/2006/main">
            <a:pPr algn="r">
              <a:defRPr sz="1200" b="1">
                <a:solidFill>
                  <a:srgbClr val="D8D3E6"/>
                </a:solidFill>
                <a:latin typeface="Arial"/>
                <a:ea typeface="Arial"/>
                <a:cs typeface="Arial"/>
              </a:defRPr>
            </a:pPr>
            <a:r>
              <a:rPr sz="1200" b="1">
                <a:solidFill>
                  <a:srgbClr val="D8D3E6"/>
                </a:solidFill>
                <a:latin typeface="Arial"/>
                <a:ea typeface="Arial"/>
                <a:cs typeface="Arial"/>
              </a:rPr>
              <a:t>05</a:t>
            </a:r>
          </a:p>
        </p:txBody>
      </p:sp>
      <p:sp>
        <p:nvSpPr>
          <p:cNvPr id="5" name="arch-intro">
            <a:extLst xmlns:a="http://schemas.openxmlformats.org/drawingml/2006/main">
              <a:ext uri="{FF2B5EF4-FFF2-40B4-BE49-F238E27FC236}">
                <a16:creationId xmlns:a16="http://schemas.microsoft.com/office/drawing/2014/main" id="{FB3D0811-C9AA-4D47-8EAC-3D90FF02B1A0}"/>
              </a:ext>
            </a:extLst>
          </p:cNvPr>
          <p:cNvSpPr>
            <a:spLocks xmlns:a="http://schemas.openxmlformats.org/drawingml/2006/main" noGrp="1"/>
          </p:cNvSpPr>
          <p:nvPr/>
        </p:nvSpPr>
        <p:spPr>
          <a:xfrm xmlns:a="http://schemas.openxmlformats.org/drawingml/2006/main">
            <a:off x="762000" y="17526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D8D3E6"/>
                </a:solidFill>
                <a:latin typeface="Arial"/>
                <a:ea typeface="Arial"/>
                <a:cs typeface="Arial"/>
              </a:defRPr>
            </a:defPPr>
            <a:lvl1pPr algn="l">
              <a:defRPr sz="1800" b="0">
                <a:solidFill>
                  <a:srgbClr val="D8D3E6"/>
                </a:solidFill>
                <a:latin typeface="Arial"/>
                <a:ea typeface="Arial"/>
                <a:cs typeface="Arial"/>
              </a:defRPr>
            </a:lvl1pPr>
            <a:lvl2pPr algn="l">
              <a:defRPr sz="1800" b="0">
                <a:solidFill>
                  <a:srgbClr val="D8D3E6"/>
                </a:solidFill>
                <a:latin typeface="Arial"/>
                <a:ea typeface="Arial"/>
                <a:cs typeface="Arial"/>
              </a:defRPr>
            </a:lvl2pPr>
            <a:lvl3pPr algn="l">
              <a:defRPr sz="1800" b="0">
                <a:solidFill>
                  <a:srgbClr val="D8D3E6"/>
                </a:solidFill>
                <a:latin typeface="Arial"/>
                <a:ea typeface="Arial"/>
                <a:cs typeface="Arial"/>
              </a:defRPr>
            </a:lvl3pPr>
            <a:lvl4pPr algn="l">
              <a:defRPr sz="1800" b="0">
                <a:solidFill>
                  <a:srgbClr val="D8D3E6"/>
                </a:solidFill>
                <a:latin typeface="Arial"/>
                <a:ea typeface="Arial"/>
                <a:cs typeface="Arial"/>
              </a:defRPr>
            </a:lvl4pPr>
            <a:lvl5pPr algn="l">
              <a:defRPr sz="1800" b="0">
                <a:solidFill>
                  <a:srgbClr val="D8D3E6"/>
                </a:solidFill>
                <a:latin typeface="Arial"/>
                <a:ea typeface="Arial"/>
                <a:cs typeface="Arial"/>
              </a:defRPr>
            </a:lvl5pPr>
            <a:lvl6pPr algn="l">
              <a:defRPr sz="1800" b="0">
                <a:solidFill>
                  <a:srgbClr val="D8D3E6"/>
                </a:solidFill>
                <a:latin typeface="Arial"/>
                <a:ea typeface="Arial"/>
                <a:cs typeface="Arial"/>
              </a:defRPr>
            </a:lvl6pPr>
            <a:lvl7pPr algn="l">
              <a:defRPr sz="1800" b="0">
                <a:solidFill>
                  <a:srgbClr val="D8D3E6"/>
                </a:solidFill>
                <a:latin typeface="Arial"/>
                <a:ea typeface="Arial"/>
                <a:cs typeface="Arial"/>
              </a:defRPr>
            </a:lvl7pPr>
            <a:lvl8pPr algn="l">
              <a:defRPr sz="1800" b="0">
                <a:solidFill>
                  <a:srgbClr val="D8D3E6"/>
                </a:solidFill>
                <a:latin typeface="Arial"/>
                <a:ea typeface="Arial"/>
                <a:cs typeface="Arial"/>
              </a:defRPr>
            </a:lvl8pPr>
            <a:lvl9pPr algn="l">
              <a:defRPr sz="1800" b="0">
                <a:solidFill>
                  <a:srgbClr val="D8D3E6"/>
                </a:solidFill>
                <a:latin typeface="Arial"/>
                <a:ea typeface="Arial"/>
                <a:cs typeface="Arial"/>
              </a:defRPr>
            </a:lvl9pPr>
          </a:lstStyle>
          <a:p xmlns:a="http://schemas.openxmlformats.org/drawingml/2006/main">
            <a:pPr algn="l">
              <a:defRPr sz="1800" b="0">
                <a:solidFill>
                  <a:srgbClr val="D8D3E6"/>
                </a:solidFill>
                <a:latin typeface="Arial"/>
                <a:ea typeface="Arial"/>
                <a:cs typeface="Arial"/>
              </a:defRPr>
            </a:pPr>
            <a:r>
              <a:rPr sz="1800" b="0">
                <a:solidFill>
                  <a:srgbClr val="D8D3E6"/>
                </a:solidFill>
                <a:latin typeface="Arial"/>
                <a:ea typeface="Arial"/>
                <a:cs typeface="Arial"/>
              </a:rPr>
              <a:t>Browser app → route API → street graph and evidence → ranked alternatives</a:t>
            </a:r>
          </a:p>
        </p:txBody>
      </p:sp>
      <p:sp>
        <p:nvSpPr>
          <p:cNvPr id="6" name="arch-title-0">
            <a:extLst xmlns:a="http://schemas.openxmlformats.org/drawingml/2006/main">
              <a:ext uri="{FF2B5EF4-FFF2-40B4-BE49-F238E27FC236}">
                <a16:creationId xmlns:a16="http://schemas.microsoft.com/office/drawing/2014/main" id="{CF6CEAA5-B742-48BA-BD85-E6B0F3098A34}"/>
              </a:ext>
            </a:extLst>
          </p:cNvPr>
          <p:cNvSpPr>
            <a:spLocks xmlns:a="http://schemas.openxmlformats.org/drawingml/2006/main" noGrp="1"/>
          </p:cNvSpPr>
          <p:nvPr/>
        </p:nvSpPr>
        <p:spPr>
          <a:xfrm xmlns:a="http://schemas.openxmlformats.org/drawingml/2006/main">
            <a:off x="762000" y="28765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77D7B3"/>
                </a:solidFill>
                <a:latin typeface="Arial"/>
                <a:ea typeface="Arial"/>
                <a:cs typeface="Arial"/>
              </a:defRPr>
            </a:defPPr>
            <a:lvl1pPr algn="l">
              <a:defRPr sz="1350" b="1">
                <a:solidFill>
                  <a:srgbClr val="77D7B3"/>
                </a:solidFill>
                <a:latin typeface="Arial"/>
                <a:ea typeface="Arial"/>
                <a:cs typeface="Arial"/>
              </a:defRPr>
            </a:lvl1pPr>
            <a:lvl2pPr algn="l">
              <a:defRPr sz="1350" b="1">
                <a:solidFill>
                  <a:srgbClr val="77D7B3"/>
                </a:solidFill>
                <a:latin typeface="Arial"/>
                <a:ea typeface="Arial"/>
                <a:cs typeface="Arial"/>
              </a:defRPr>
            </a:lvl2pPr>
            <a:lvl3pPr algn="l">
              <a:defRPr sz="1350" b="1">
                <a:solidFill>
                  <a:srgbClr val="77D7B3"/>
                </a:solidFill>
                <a:latin typeface="Arial"/>
                <a:ea typeface="Arial"/>
                <a:cs typeface="Arial"/>
              </a:defRPr>
            </a:lvl3pPr>
            <a:lvl4pPr algn="l">
              <a:defRPr sz="1350" b="1">
                <a:solidFill>
                  <a:srgbClr val="77D7B3"/>
                </a:solidFill>
                <a:latin typeface="Arial"/>
                <a:ea typeface="Arial"/>
                <a:cs typeface="Arial"/>
              </a:defRPr>
            </a:lvl4pPr>
            <a:lvl5pPr algn="l">
              <a:defRPr sz="1350" b="1">
                <a:solidFill>
                  <a:srgbClr val="77D7B3"/>
                </a:solidFill>
                <a:latin typeface="Arial"/>
                <a:ea typeface="Arial"/>
                <a:cs typeface="Arial"/>
              </a:defRPr>
            </a:lvl5pPr>
            <a:lvl6pPr algn="l">
              <a:defRPr sz="1350" b="1">
                <a:solidFill>
                  <a:srgbClr val="77D7B3"/>
                </a:solidFill>
                <a:latin typeface="Arial"/>
                <a:ea typeface="Arial"/>
                <a:cs typeface="Arial"/>
              </a:defRPr>
            </a:lvl6pPr>
            <a:lvl7pPr algn="l">
              <a:defRPr sz="1350" b="1">
                <a:solidFill>
                  <a:srgbClr val="77D7B3"/>
                </a:solidFill>
                <a:latin typeface="Arial"/>
                <a:ea typeface="Arial"/>
                <a:cs typeface="Arial"/>
              </a:defRPr>
            </a:lvl7pPr>
            <a:lvl8pPr algn="l">
              <a:defRPr sz="1350" b="1">
                <a:solidFill>
                  <a:srgbClr val="77D7B3"/>
                </a:solidFill>
                <a:latin typeface="Arial"/>
                <a:ea typeface="Arial"/>
                <a:cs typeface="Arial"/>
              </a:defRPr>
            </a:lvl8pPr>
            <a:lvl9pPr algn="l">
              <a:defRPr sz="1350" b="1">
                <a:solidFill>
                  <a:srgbClr val="77D7B3"/>
                </a:solidFill>
                <a:latin typeface="Arial"/>
                <a:ea typeface="Arial"/>
                <a:cs typeface="Arial"/>
              </a:defRPr>
            </a:lvl9pPr>
          </a:lstStyle>
          <a:p xmlns:a="http://schemas.openxmlformats.org/drawingml/2006/main">
            <a:pPr algn="l">
              <a:defRPr sz="1350" b="1">
                <a:solidFill>
                  <a:srgbClr val="77D7B3"/>
                </a:solidFill>
                <a:latin typeface="Arial"/>
                <a:ea typeface="Arial"/>
                <a:cs typeface="Arial"/>
              </a:defRPr>
            </a:pPr>
            <a:r>
              <a:rPr sz="1350" b="1">
                <a:solidFill>
                  <a:srgbClr val="77D7B3"/>
                </a:solidFill>
                <a:latin typeface="Arial"/>
                <a:ea typeface="Arial"/>
                <a:cs typeface="Arial"/>
              </a:rPr>
              <a:t>PWA CLIENT</a:t>
            </a:r>
          </a:p>
        </p:txBody>
      </p:sp>
      <p:sp>
        <p:nvSpPr>
          <p:cNvPr id="7" name="arch-desc-0">
            <a:extLst xmlns:a="http://schemas.openxmlformats.org/drawingml/2006/main">
              <a:ext uri="{FF2B5EF4-FFF2-40B4-BE49-F238E27FC236}">
                <a16:creationId xmlns:a16="http://schemas.microsoft.com/office/drawing/2014/main" id="{DF118A9E-4A78-4CA1-B685-D41F99A24EA8}"/>
              </a:ext>
            </a:extLst>
          </p:cNvPr>
          <p:cNvSpPr>
            <a:spLocks xmlns:a="http://schemas.openxmlformats.org/drawingml/2006/main" noGrp="1"/>
          </p:cNvSpPr>
          <p:nvPr/>
        </p:nvSpPr>
        <p:spPr>
          <a:xfrm xmlns:a="http://schemas.openxmlformats.org/drawingml/2006/main">
            <a:off x="762000" y="3343275"/>
            <a:ext cx="3000375"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FFFFF"/>
                </a:solidFill>
                <a:latin typeface="Arial"/>
                <a:ea typeface="Arial"/>
                <a:cs typeface="Arial"/>
              </a:defRPr>
            </a:defPPr>
            <a:lvl1pPr algn="l">
              <a:defRPr sz="1725" b="0">
                <a:solidFill>
                  <a:srgbClr val="FFFFFF"/>
                </a:solidFill>
                <a:latin typeface="Arial"/>
                <a:ea typeface="Arial"/>
                <a:cs typeface="Arial"/>
              </a:defRPr>
            </a:lvl1pPr>
            <a:lvl2pPr algn="l">
              <a:defRPr sz="1725" b="0">
                <a:solidFill>
                  <a:srgbClr val="FFFFFF"/>
                </a:solidFill>
                <a:latin typeface="Arial"/>
                <a:ea typeface="Arial"/>
                <a:cs typeface="Arial"/>
              </a:defRPr>
            </a:lvl2pPr>
            <a:lvl3pPr algn="l">
              <a:defRPr sz="1725" b="0">
                <a:solidFill>
                  <a:srgbClr val="FFFFFF"/>
                </a:solidFill>
                <a:latin typeface="Arial"/>
                <a:ea typeface="Arial"/>
                <a:cs typeface="Arial"/>
              </a:defRPr>
            </a:lvl3pPr>
            <a:lvl4pPr algn="l">
              <a:defRPr sz="1725" b="0">
                <a:solidFill>
                  <a:srgbClr val="FFFFFF"/>
                </a:solidFill>
                <a:latin typeface="Arial"/>
                <a:ea typeface="Arial"/>
                <a:cs typeface="Arial"/>
              </a:defRPr>
            </a:lvl4pPr>
            <a:lvl5pPr algn="l">
              <a:defRPr sz="1725" b="0">
                <a:solidFill>
                  <a:srgbClr val="FFFFFF"/>
                </a:solidFill>
                <a:latin typeface="Arial"/>
                <a:ea typeface="Arial"/>
                <a:cs typeface="Arial"/>
              </a:defRPr>
            </a:lvl5pPr>
            <a:lvl6pPr algn="l">
              <a:defRPr sz="1725" b="0">
                <a:solidFill>
                  <a:srgbClr val="FFFFFF"/>
                </a:solidFill>
                <a:latin typeface="Arial"/>
                <a:ea typeface="Arial"/>
                <a:cs typeface="Arial"/>
              </a:defRPr>
            </a:lvl6pPr>
            <a:lvl7pPr algn="l">
              <a:defRPr sz="1725" b="0">
                <a:solidFill>
                  <a:srgbClr val="FFFFFF"/>
                </a:solidFill>
                <a:latin typeface="Arial"/>
                <a:ea typeface="Arial"/>
                <a:cs typeface="Arial"/>
              </a:defRPr>
            </a:lvl7pPr>
            <a:lvl8pPr algn="l">
              <a:defRPr sz="1725" b="0">
                <a:solidFill>
                  <a:srgbClr val="FFFFFF"/>
                </a:solidFill>
                <a:latin typeface="Arial"/>
                <a:ea typeface="Arial"/>
                <a:cs typeface="Arial"/>
              </a:defRPr>
            </a:lvl8pPr>
            <a:lvl9pPr algn="l">
              <a:defRPr sz="1725" b="0">
                <a:solidFill>
                  <a:srgbClr val="FFFFFF"/>
                </a:solidFill>
                <a:latin typeface="Arial"/>
                <a:ea typeface="Arial"/>
                <a:cs typeface="Arial"/>
              </a:defRPr>
            </a:lvl9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Leaflet + MapLibre</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Search · map · navigation</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Trip sharing · SOS tools</a:t>
            </a:r>
          </a:p>
        </p:txBody>
      </p:sp>
      <p:sp>
        <p:nvSpPr>
          <p:cNvPr id="8" name="arch-title-1">
            <a:extLst xmlns:a="http://schemas.openxmlformats.org/drawingml/2006/main">
              <a:ext uri="{FF2B5EF4-FFF2-40B4-BE49-F238E27FC236}">
                <a16:creationId xmlns:a16="http://schemas.microsoft.com/office/drawing/2014/main" id="{49525340-109C-42E5-AD5A-008FE81F8E6B}"/>
              </a:ext>
            </a:extLst>
          </p:cNvPr>
          <p:cNvSpPr>
            <a:spLocks xmlns:a="http://schemas.openxmlformats.org/drawingml/2006/main" noGrp="1"/>
          </p:cNvSpPr>
          <p:nvPr/>
        </p:nvSpPr>
        <p:spPr>
          <a:xfrm xmlns:a="http://schemas.openxmlformats.org/drawingml/2006/main">
            <a:off x="4533900" y="28765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C6BBFF"/>
                </a:solidFill>
                <a:latin typeface="Arial"/>
                <a:ea typeface="Arial"/>
                <a:cs typeface="Arial"/>
              </a:defRPr>
            </a:defPPr>
            <a:lvl1pPr algn="l">
              <a:defRPr sz="1350" b="1">
                <a:solidFill>
                  <a:srgbClr val="C6BBFF"/>
                </a:solidFill>
                <a:latin typeface="Arial"/>
                <a:ea typeface="Arial"/>
                <a:cs typeface="Arial"/>
              </a:defRPr>
            </a:lvl1pPr>
            <a:lvl2pPr algn="l">
              <a:defRPr sz="1350" b="1">
                <a:solidFill>
                  <a:srgbClr val="C6BBFF"/>
                </a:solidFill>
                <a:latin typeface="Arial"/>
                <a:ea typeface="Arial"/>
                <a:cs typeface="Arial"/>
              </a:defRPr>
            </a:lvl2pPr>
            <a:lvl3pPr algn="l">
              <a:defRPr sz="1350" b="1">
                <a:solidFill>
                  <a:srgbClr val="C6BBFF"/>
                </a:solidFill>
                <a:latin typeface="Arial"/>
                <a:ea typeface="Arial"/>
                <a:cs typeface="Arial"/>
              </a:defRPr>
            </a:lvl3pPr>
            <a:lvl4pPr algn="l">
              <a:defRPr sz="1350" b="1">
                <a:solidFill>
                  <a:srgbClr val="C6BBFF"/>
                </a:solidFill>
                <a:latin typeface="Arial"/>
                <a:ea typeface="Arial"/>
                <a:cs typeface="Arial"/>
              </a:defRPr>
            </a:lvl4pPr>
            <a:lvl5pPr algn="l">
              <a:defRPr sz="1350" b="1">
                <a:solidFill>
                  <a:srgbClr val="C6BBFF"/>
                </a:solidFill>
                <a:latin typeface="Arial"/>
                <a:ea typeface="Arial"/>
                <a:cs typeface="Arial"/>
              </a:defRPr>
            </a:lvl5pPr>
            <a:lvl6pPr algn="l">
              <a:defRPr sz="1350" b="1">
                <a:solidFill>
                  <a:srgbClr val="C6BBFF"/>
                </a:solidFill>
                <a:latin typeface="Arial"/>
                <a:ea typeface="Arial"/>
                <a:cs typeface="Arial"/>
              </a:defRPr>
            </a:lvl6pPr>
            <a:lvl7pPr algn="l">
              <a:defRPr sz="1350" b="1">
                <a:solidFill>
                  <a:srgbClr val="C6BBFF"/>
                </a:solidFill>
                <a:latin typeface="Arial"/>
                <a:ea typeface="Arial"/>
                <a:cs typeface="Arial"/>
              </a:defRPr>
            </a:lvl7pPr>
            <a:lvl8pPr algn="l">
              <a:defRPr sz="1350" b="1">
                <a:solidFill>
                  <a:srgbClr val="C6BBFF"/>
                </a:solidFill>
                <a:latin typeface="Arial"/>
                <a:ea typeface="Arial"/>
                <a:cs typeface="Arial"/>
              </a:defRPr>
            </a:lvl8pPr>
            <a:lvl9pPr algn="l">
              <a:defRPr sz="1350" b="1">
                <a:solidFill>
                  <a:srgbClr val="C6BBFF"/>
                </a:solidFill>
                <a:latin typeface="Arial"/>
                <a:ea typeface="Arial"/>
                <a:cs typeface="Arial"/>
              </a:defRPr>
            </a:lvl9pPr>
          </a:lstStyle>
          <a:p xmlns:a="http://schemas.openxmlformats.org/drawingml/2006/main">
            <a:pPr algn="l">
              <a:defRPr sz="1350" b="1">
                <a:solidFill>
                  <a:srgbClr val="C6BBFF"/>
                </a:solidFill>
                <a:latin typeface="Arial"/>
                <a:ea typeface="Arial"/>
                <a:cs typeface="Arial"/>
              </a:defRPr>
            </a:pPr>
            <a:r>
              <a:rPr sz="1350" b="1">
                <a:solidFill>
                  <a:srgbClr val="C6BBFF"/>
                </a:solidFill>
                <a:latin typeface="Arial"/>
                <a:ea typeface="Arial"/>
                <a:cs typeface="Arial"/>
              </a:rPr>
              <a:t>PYTHON SERVER</a:t>
            </a:r>
          </a:p>
        </p:txBody>
      </p:sp>
      <p:sp>
        <p:nvSpPr>
          <p:cNvPr id="9" name="arch-desc-1">
            <a:extLst xmlns:a="http://schemas.openxmlformats.org/drawingml/2006/main">
              <a:ext uri="{FF2B5EF4-FFF2-40B4-BE49-F238E27FC236}">
                <a16:creationId xmlns:a16="http://schemas.microsoft.com/office/drawing/2014/main" id="{B19D46A5-5781-4052-B3B6-FEDE0AE8E5F9}"/>
              </a:ext>
            </a:extLst>
          </p:cNvPr>
          <p:cNvSpPr>
            <a:spLocks xmlns:a="http://schemas.openxmlformats.org/drawingml/2006/main" noGrp="1"/>
          </p:cNvSpPr>
          <p:nvPr/>
        </p:nvSpPr>
        <p:spPr>
          <a:xfrm xmlns:a="http://schemas.openxmlformats.org/drawingml/2006/main">
            <a:off x="4533900" y="3343275"/>
            <a:ext cx="3000375"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FFFFF"/>
                </a:solidFill>
                <a:latin typeface="Arial"/>
                <a:ea typeface="Arial"/>
                <a:cs typeface="Arial"/>
              </a:defRPr>
            </a:defPPr>
            <a:lvl1pPr algn="l">
              <a:defRPr sz="1725" b="0">
                <a:solidFill>
                  <a:srgbClr val="FFFFFF"/>
                </a:solidFill>
                <a:latin typeface="Arial"/>
                <a:ea typeface="Arial"/>
                <a:cs typeface="Arial"/>
              </a:defRPr>
            </a:lvl1pPr>
            <a:lvl2pPr algn="l">
              <a:defRPr sz="1725" b="0">
                <a:solidFill>
                  <a:srgbClr val="FFFFFF"/>
                </a:solidFill>
                <a:latin typeface="Arial"/>
                <a:ea typeface="Arial"/>
                <a:cs typeface="Arial"/>
              </a:defRPr>
            </a:lvl2pPr>
            <a:lvl3pPr algn="l">
              <a:defRPr sz="1725" b="0">
                <a:solidFill>
                  <a:srgbClr val="FFFFFF"/>
                </a:solidFill>
                <a:latin typeface="Arial"/>
                <a:ea typeface="Arial"/>
                <a:cs typeface="Arial"/>
              </a:defRPr>
            </a:lvl3pPr>
            <a:lvl4pPr algn="l">
              <a:defRPr sz="1725" b="0">
                <a:solidFill>
                  <a:srgbClr val="FFFFFF"/>
                </a:solidFill>
                <a:latin typeface="Arial"/>
                <a:ea typeface="Arial"/>
                <a:cs typeface="Arial"/>
              </a:defRPr>
            </a:lvl4pPr>
            <a:lvl5pPr algn="l">
              <a:defRPr sz="1725" b="0">
                <a:solidFill>
                  <a:srgbClr val="FFFFFF"/>
                </a:solidFill>
                <a:latin typeface="Arial"/>
                <a:ea typeface="Arial"/>
                <a:cs typeface="Arial"/>
              </a:defRPr>
            </a:lvl5pPr>
            <a:lvl6pPr algn="l">
              <a:defRPr sz="1725" b="0">
                <a:solidFill>
                  <a:srgbClr val="FFFFFF"/>
                </a:solidFill>
                <a:latin typeface="Arial"/>
                <a:ea typeface="Arial"/>
                <a:cs typeface="Arial"/>
              </a:defRPr>
            </a:lvl6pPr>
            <a:lvl7pPr algn="l">
              <a:defRPr sz="1725" b="0">
                <a:solidFill>
                  <a:srgbClr val="FFFFFF"/>
                </a:solidFill>
                <a:latin typeface="Arial"/>
                <a:ea typeface="Arial"/>
                <a:cs typeface="Arial"/>
              </a:defRPr>
            </a:lvl7pPr>
            <a:lvl8pPr algn="l">
              <a:defRPr sz="1725" b="0">
                <a:solidFill>
                  <a:srgbClr val="FFFFFF"/>
                </a:solidFill>
                <a:latin typeface="Arial"/>
                <a:ea typeface="Arial"/>
                <a:cs typeface="Arial"/>
              </a:defRPr>
            </a:lvl8pPr>
            <a:lvl9pPr algn="l">
              <a:defRPr sz="1725" b="0">
                <a:solidFill>
                  <a:srgbClr val="FFFFFF"/>
                </a:solidFill>
                <a:latin typeface="Arial"/>
                <a:ea typeface="Arial"/>
                <a:cs typeface="Arial"/>
              </a:defRPr>
            </a:lvl9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Route candidates</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Street scoring by arrival time</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Explain and safety-map APIs</a:t>
            </a:r>
          </a:p>
        </p:txBody>
      </p:sp>
      <p:sp>
        <p:nvSpPr>
          <p:cNvPr id="10" name="arch-title-2">
            <a:extLst xmlns:a="http://schemas.openxmlformats.org/drawingml/2006/main">
              <a:ext uri="{FF2B5EF4-FFF2-40B4-BE49-F238E27FC236}">
                <a16:creationId xmlns:a16="http://schemas.microsoft.com/office/drawing/2014/main" id="{F580005B-5F09-4836-9ED6-06A8B53BE73F}"/>
              </a:ext>
            </a:extLst>
          </p:cNvPr>
          <p:cNvSpPr>
            <a:spLocks xmlns:a="http://schemas.openxmlformats.org/drawingml/2006/main" noGrp="1"/>
          </p:cNvSpPr>
          <p:nvPr/>
        </p:nvSpPr>
        <p:spPr>
          <a:xfrm xmlns:a="http://schemas.openxmlformats.org/drawingml/2006/main">
            <a:off x="8305800" y="28765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77D7B3"/>
                </a:solidFill>
                <a:latin typeface="Arial"/>
                <a:ea typeface="Arial"/>
                <a:cs typeface="Arial"/>
              </a:defRPr>
            </a:defPPr>
            <a:lvl1pPr algn="l">
              <a:defRPr sz="1350" b="1">
                <a:solidFill>
                  <a:srgbClr val="77D7B3"/>
                </a:solidFill>
                <a:latin typeface="Arial"/>
                <a:ea typeface="Arial"/>
                <a:cs typeface="Arial"/>
              </a:defRPr>
            </a:lvl1pPr>
            <a:lvl2pPr algn="l">
              <a:defRPr sz="1350" b="1">
                <a:solidFill>
                  <a:srgbClr val="77D7B3"/>
                </a:solidFill>
                <a:latin typeface="Arial"/>
                <a:ea typeface="Arial"/>
                <a:cs typeface="Arial"/>
              </a:defRPr>
            </a:lvl2pPr>
            <a:lvl3pPr algn="l">
              <a:defRPr sz="1350" b="1">
                <a:solidFill>
                  <a:srgbClr val="77D7B3"/>
                </a:solidFill>
                <a:latin typeface="Arial"/>
                <a:ea typeface="Arial"/>
                <a:cs typeface="Arial"/>
              </a:defRPr>
            </a:lvl3pPr>
            <a:lvl4pPr algn="l">
              <a:defRPr sz="1350" b="1">
                <a:solidFill>
                  <a:srgbClr val="77D7B3"/>
                </a:solidFill>
                <a:latin typeface="Arial"/>
                <a:ea typeface="Arial"/>
                <a:cs typeface="Arial"/>
              </a:defRPr>
            </a:lvl4pPr>
            <a:lvl5pPr algn="l">
              <a:defRPr sz="1350" b="1">
                <a:solidFill>
                  <a:srgbClr val="77D7B3"/>
                </a:solidFill>
                <a:latin typeface="Arial"/>
                <a:ea typeface="Arial"/>
                <a:cs typeface="Arial"/>
              </a:defRPr>
            </a:lvl5pPr>
            <a:lvl6pPr algn="l">
              <a:defRPr sz="1350" b="1">
                <a:solidFill>
                  <a:srgbClr val="77D7B3"/>
                </a:solidFill>
                <a:latin typeface="Arial"/>
                <a:ea typeface="Arial"/>
                <a:cs typeface="Arial"/>
              </a:defRPr>
            </a:lvl6pPr>
            <a:lvl7pPr algn="l">
              <a:defRPr sz="1350" b="1">
                <a:solidFill>
                  <a:srgbClr val="77D7B3"/>
                </a:solidFill>
                <a:latin typeface="Arial"/>
                <a:ea typeface="Arial"/>
                <a:cs typeface="Arial"/>
              </a:defRPr>
            </a:lvl7pPr>
            <a:lvl8pPr algn="l">
              <a:defRPr sz="1350" b="1">
                <a:solidFill>
                  <a:srgbClr val="77D7B3"/>
                </a:solidFill>
                <a:latin typeface="Arial"/>
                <a:ea typeface="Arial"/>
                <a:cs typeface="Arial"/>
              </a:defRPr>
            </a:lvl8pPr>
            <a:lvl9pPr algn="l">
              <a:defRPr sz="1350" b="1">
                <a:solidFill>
                  <a:srgbClr val="77D7B3"/>
                </a:solidFill>
                <a:latin typeface="Arial"/>
                <a:ea typeface="Arial"/>
                <a:cs typeface="Arial"/>
              </a:defRPr>
            </a:lvl9pPr>
          </a:lstStyle>
          <a:p xmlns:a="http://schemas.openxmlformats.org/drawingml/2006/main">
            <a:pPr algn="l">
              <a:defRPr sz="1350" b="1">
                <a:solidFill>
                  <a:srgbClr val="77D7B3"/>
                </a:solidFill>
                <a:latin typeface="Arial"/>
                <a:ea typeface="Arial"/>
                <a:cs typeface="Arial"/>
              </a:defRPr>
            </a:pPr>
            <a:r>
              <a:rPr sz="1350" b="1">
                <a:solidFill>
                  <a:srgbClr val="77D7B3"/>
                </a:solidFill>
                <a:latin typeface="Arial"/>
                <a:ea typeface="Arial"/>
                <a:cs typeface="Arial"/>
              </a:rPr>
              <a:t>MAP &amp; SAFETY DATA</a:t>
            </a:r>
          </a:p>
        </p:txBody>
      </p:sp>
      <p:sp>
        <p:nvSpPr>
          <p:cNvPr id="11" name="arch-desc-2">
            <a:extLst xmlns:a="http://schemas.openxmlformats.org/drawingml/2006/main">
              <a:ext uri="{FF2B5EF4-FFF2-40B4-BE49-F238E27FC236}">
                <a16:creationId xmlns:a16="http://schemas.microsoft.com/office/drawing/2014/main" id="{E0CEE012-D63D-4F50-ADFF-6A6A8D119437}"/>
              </a:ext>
            </a:extLst>
          </p:cNvPr>
          <p:cNvSpPr>
            <a:spLocks xmlns:a="http://schemas.openxmlformats.org/drawingml/2006/main" noGrp="1"/>
          </p:cNvSpPr>
          <p:nvPr/>
        </p:nvSpPr>
        <p:spPr>
          <a:xfrm xmlns:a="http://schemas.openxmlformats.org/drawingml/2006/main">
            <a:off x="8305800" y="3343275"/>
            <a:ext cx="3000375"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FFFFF"/>
                </a:solidFill>
                <a:latin typeface="Arial"/>
                <a:ea typeface="Arial"/>
                <a:cs typeface="Arial"/>
              </a:defRPr>
            </a:defPPr>
            <a:lvl1pPr algn="l">
              <a:defRPr sz="1725" b="0">
                <a:solidFill>
                  <a:srgbClr val="FFFFFF"/>
                </a:solidFill>
                <a:latin typeface="Arial"/>
                <a:ea typeface="Arial"/>
                <a:cs typeface="Arial"/>
              </a:defRPr>
            </a:lvl1pPr>
            <a:lvl2pPr algn="l">
              <a:defRPr sz="1725" b="0">
                <a:solidFill>
                  <a:srgbClr val="FFFFFF"/>
                </a:solidFill>
                <a:latin typeface="Arial"/>
                <a:ea typeface="Arial"/>
                <a:cs typeface="Arial"/>
              </a:defRPr>
            </a:lvl2pPr>
            <a:lvl3pPr algn="l">
              <a:defRPr sz="1725" b="0">
                <a:solidFill>
                  <a:srgbClr val="FFFFFF"/>
                </a:solidFill>
                <a:latin typeface="Arial"/>
                <a:ea typeface="Arial"/>
                <a:cs typeface="Arial"/>
              </a:defRPr>
            </a:lvl3pPr>
            <a:lvl4pPr algn="l">
              <a:defRPr sz="1725" b="0">
                <a:solidFill>
                  <a:srgbClr val="FFFFFF"/>
                </a:solidFill>
                <a:latin typeface="Arial"/>
                <a:ea typeface="Arial"/>
                <a:cs typeface="Arial"/>
              </a:defRPr>
            </a:lvl4pPr>
            <a:lvl5pPr algn="l">
              <a:defRPr sz="1725" b="0">
                <a:solidFill>
                  <a:srgbClr val="FFFFFF"/>
                </a:solidFill>
                <a:latin typeface="Arial"/>
                <a:ea typeface="Arial"/>
                <a:cs typeface="Arial"/>
              </a:defRPr>
            </a:lvl5pPr>
            <a:lvl6pPr algn="l">
              <a:defRPr sz="1725" b="0">
                <a:solidFill>
                  <a:srgbClr val="FFFFFF"/>
                </a:solidFill>
                <a:latin typeface="Arial"/>
                <a:ea typeface="Arial"/>
                <a:cs typeface="Arial"/>
              </a:defRPr>
            </a:lvl6pPr>
            <a:lvl7pPr algn="l">
              <a:defRPr sz="1725" b="0">
                <a:solidFill>
                  <a:srgbClr val="FFFFFF"/>
                </a:solidFill>
                <a:latin typeface="Arial"/>
                <a:ea typeface="Arial"/>
                <a:cs typeface="Arial"/>
              </a:defRPr>
            </a:lvl7pPr>
            <a:lvl8pPr algn="l">
              <a:defRPr sz="1725" b="0">
                <a:solidFill>
                  <a:srgbClr val="FFFFFF"/>
                </a:solidFill>
                <a:latin typeface="Arial"/>
                <a:ea typeface="Arial"/>
                <a:cs typeface="Arial"/>
              </a:defRPr>
            </a:lvl8pPr>
            <a:lvl9pPr algn="l">
              <a:defRPr sz="1725" b="0">
                <a:solidFill>
                  <a:srgbClr val="FFFFFF"/>
                </a:solidFill>
                <a:latin typeface="Arial"/>
                <a:ea typeface="Arial"/>
                <a:cs typeface="Arial"/>
              </a:defRPr>
            </a:lvl9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Imported Delhi NCR OSM</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Overture / Overpass on demand</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Optional Gemini and live feeds</a:t>
            </a:r>
          </a:p>
        </p:txBody>
      </p:sp>
      <p:sp>
        <p:nvSpPr>
          <p:cNvPr id="12" name="arch-line-1">
            <a:extLst xmlns:a="http://schemas.openxmlformats.org/drawingml/2006/main">
              <a:ext uri="{FF2B5EF4-FFF2-40B4-BE49-F238E27FC236}">
                <a16:creationId xmlns:a16="http://schemas.microsoft.com/office/drawing/2014/main" id="{0E69ECD2-E605-4B31-ADC6-64459D04F155}"/>
              </a:ext>
            </a:extLst>
          </p:cNvPr>
          <p:cNvSpPr>
            <a:spLocks xmlns:a="http://schemas.openxmlformats.org/drawingml/2006/main" noGrp="1"/>
          </p:cNvSpPr>
          <p:nvPr/>
        </p:nvSpPr>
        <p:spPr>
          <a:xfrm xmlns:a="http://schemas.openxmlformats.org/drawingml/2006/main">
            <a:off x="3752850" y="3857625"/>
            <a:ext cx="552450" cy="28575"/>
          </a:xfrm>
          <a:prstGeom xmlns:a="http://schemas.openxmlformats.org/drawingml/2006/main" prst="rect">
            <a:avLst/>
          </a:prstGeom>
          <a:solidFill xmlns:a="http://schemas.openxmlformats.org/drawingml/2006/main">
            <a:srgbClr val="8072C4"/>
          </a:solidFill>
          <a:ln xmlns:a="http://schemas.openxmlformats.org/drawingml/2006/main" w="0">
            <a:noFill/>
            <a:prstDash val="solid"/>
          </a:ln>
        </p:spPr>
      </p:sp>
      <p:sp>
        <p:nvSpPr>
          <p:cNvPr id="13" name="arch-arrow-1">
            <a:extLst xmlns:a="http://schemas.openxmlformats.org/drawingml/2006/main">
              <a:ext uri="{FF2B5EF4-FFF2-40B4-BE49-F238E27FC236}">
                <a16:creationId xmlns:a16="http://schemas.microsoft.com/office/drawing/2014/main" id="{A83CF7F4-25BE-4850-870D-B9D7AD33940E}"/>
              </a:ext>
            </a:extLst>
          </p:cNvPr>
          <p:cNvSpPr>
            <a:spLocks xmlns:a="http://schemas.openxmlformats.org/drawingml/2006/main" noGrp="1"/>
          </p:cNvSpPr>
          <p:nvPr/>
        </p:nvSpPr>
        <p:spPr>
          <a:xfrm xmlns:a="http://schemas.openxmlformats.org/drawingml/2006/main">
            <a:off x="4238625" y="3790950"/>
            <a:ext cx="133350" cy="133350"/>
          </a:xfrm>
          <a:prstGeom xmlns:a="http://schemas.openxmlformats.org/drawingml/2006/main" prst="chevron">
            <a:avLst/>
          </a:prstGeom>
          <a:solidFill xmlns:a="http://schemas.openxmlformats.org/drawingml/2006/main">
            <a:srgbClr val="8072C4"/>
          </a:solidFill>
          <a:ln xmlns:a="http://schemas.openxmlformats.org/drawingml/2006/main" w="0">
            <a:noFill/>
            <a:prstDash val="solid"/>
          </a:ln>
        </p:spPr>
      </p:sp>
      <p:sp>
        <p:nvSpPr>
          <p:cNvPr id="14" name="arch-line-2">
            <a:extLst xmlns:a="http://schemas.openxmlformats.org/drawingml/2006/main">
              <a:ext uri="{FF2B5EF4-FFF2-40B4-BE49-F238E27FC236}">
                <a16:creationId xmlns:a16="http://schemas.microsoft.com/office/drawing/2014/main" id="{808358A3-99DB-4D17-9381-A6CA8133440F}"/>
              </a:ext>
            </a:extLst>
          </p:cNvPr>
          <p:cNvSpPr>
            <a:spLocks xmlns:a="http://schemas.openxmlformats.org/drawingml/2006/main" noGrp="1"/>
          </p:cNvSpPr>
          <p:nvPr/>
        </p:nvSpPr>
        <p:spPr>
          <a:xfrm xmlns:a="http://schemas.openxmlformats.org/drawingml/2006/main">
            <a:off x="7524750" y="3857625"/>
            <a:ext cx="552450" cy="28575"/>
          </a:xfrm>
          <a:prstGeom xmlns:a="http://schemas.openxmlformats.org/drawingml/2006/main" prst="rect">
            <a:avLst/>
          </a:prstGeom>
          <a:solidFill xmlns:a="http://schemas.openxmlformats.org/drawingml/2006/main">
            <a:srgbClr val="8072C4"/>
          </a:solidFill>
          <a:ln xmlns:a="http://schemas.openxmlformats.org/drawingml/2006/main" w="0">
            <a:noFill/>
            <a:prstDash val="solid"/>
          </a:ln>
        </p:spPr>
      </p:sp>
      <p:sp>
        <p:nvSpPr>
          <p:cNvPr id="15" name="arch-arrow-2">
            <a:extLst xmlns:a="http://schemas.openxmlformats.org/drawingml/2006/main">
              <a:ext uri="{FF2B5EF4-FFF2-40B4-BE49-F238E27FC236}">
                <a16:creationId xmlns:a16="http://schemas.microsoft.com/office/drawing/2014/main" id="{85EA84F6-CE87-48B0-906C-31DB51BCD13C}"/>
              </a:ext>
            </a:extLst>
          </p:cNvPr>
          <p:cNvSpPr>
            <a:spLocks xmlns:a="http://schemas.openxmlformats.org/drawingml/2006/main" noGrp="1"/>
          </p:cNvSpPr>
          <p:nvPr/>
        </p:nvSpPr>
        <p:spPr>
          <a:xfrm xmlns:a="http://schemas.openxmlformats.org/drawingml/2006/main">
            <a:off x="8010525" y="3790950"/>
            <a:ext cx="133350" cy="133350"/>
          </a:xfrm>
          <a:prstGeom xmlns:a="http://schemas.openxmlformats.org/drawingml/2006/main" prst="chevron">
            <a:avLst/>
          </a:prstGeom>
          <a:solidFill xmlns:a="http://schemas.openxmlformats.org/drawingml/2006/main">
            <a:srgbClr val="8072C4"/>
          </a:solidFill>
          <a:ln xmlns:a="http://schemas.openxmlformats.org/drawingml/2006/main" w="0">
            <a:noFill/>
            <a:prstDash val="solid"/>
          </a:ln>
        </p:spPr>
      </p:sp>
      <p:sp>
        <p:nvSpPr>
          <p:cNvPr id="16" name="arch-rule">
            <a:extLst xmlns:a="http://schemas.openxmlformats.org/drawingml/2006/main">
              <a:ext uri="{FF2B5EF4-FFF2-40B4-BE49-F238E27FC236}">
                <a16:creationId xmlns:a16="http://schemas.microsoft.com/office/drawing/2014/main" id="{313241EB-20EC-4E5D-87B6-A90725669C36}"/>
              </a:ext>
            </a:extLst>
          </p:cNvPr>
          <p:cNvSpPr>
            <a:spLocks xmlns:a="http://schemas.openxmlformats.org/drawingml/2006/main" noGrp="1"/>
          </p:cNvSpPr>
          <p:nvPr/>
        </p:nvSpPr>
        <p:spPr>
          <a:xfrm xmlns:a="http://schemas.openxmlformats.org/drawingml/2006/main">
            <a:off x="762000" y="5314950"/>
            <a:ext cx="10287000" cy="9525"/>
          </a:xfrm>
          <a:prstGeom xmlns:a="http://schemas.openxmlformats.org/drawingml/2006/main" prst="rect">
            <a:avLst/>
          </a:prstGeom>
          <a:solidFill xmlns:a="http://schemas.openxmlformats.org/drawingml/2006/main">
            <a:srgbClr val="403D56"/>
          </a:solidFill>
          <a:ln xmlns:a="http://schemas.openxmlformats.org/drawingml/2006/main" w="0">
            <a:noFill/>
            <a:prstDash val="solid"/>
          </a:ln>
        </p:spPr>
      </p:sp>
      <p:sp>
        <p:nvSpPr>
          <p:cNvPr id="17" name="arch-source">
            <a:extLst xmlns:a="http://schemas.openxmlformats.org/drawingml/2006/main">
              <a:ext uri="{FF2B5EF4-FFF2-40B4-BE49-F238E27FC236}">
                <a16:creationId xmlns:a16="http://schemas.microsoft.com/office/drawing/2014/main" id="{EF0C559D-D0D6-49EE-A6E6-0730A8DD9693}"/>
              </a:ext>
            </a:extLst>
          </p:cNvPr>
          <p:cNvSpPr>
            <a:spLocks xmlns:a="http://schemas.openxmlformats.org/drawingml/2006/main" noGrp="1"/>
          </p:cNvSpPr>
          <p:nvPr/>
        </p:nvSpPr>
        <p:spPr>
          <a:xfrm xmlns:a="http://schemas.openxmlformats.org/drawingml/2006/main">
            <a:off x="762000" y="558165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D8D3E6"/>
                </a:solidFill>
                <a:latin typeface="Arial"/>
                <a:ea typeface="Arial"/>
                <a:cs typeface="Arial"/>
              </a:defRPr>
            </a:defPPr>
            <a:lvl1pPr algn="l">
              <a:defRPr sz="1650" b="0">
                <a:solidFill>
                  <a:srgbClr val="D8D3E6"/>
                </a:solidFill>
                <a:latin typeface="Arial"/>
                <a:ea typeface="Arial"/>
                <a:cs typeface="Arial"/>
              </a:defRPr>
            </a:lvl1pPr>
            <a:lvl2pPr algn="l">
              <a:defRPr sz="1650" b="0">
                <a:solidFill>
                  <a:srgbClr val="D8D3E6"/>
                </a:solidFill>
                <a:latin typeface="Arial"/>
                <a:ea typeface="Arial"/>
                <a:cs typeface="Arial"/>
              </a:defRPr>
            </a:lvl2pPr>
            <a:lvl3pPr algn="l">
              <a:defRPr sz="1650" b="0">
                <a:solidFill>
                  <a:srgbClr val="D8D3E6"/>
                </a:solidFill>
                <a:latin typeface="Arial"/>
                <a:ea typeface="Arial"/>
                <a:cs typeface="Arial"/>
              </a:defRPr>
            </a:lvl3pPr>
            <a:lvl4pPr algn="l">
              <a:defRPr sz="1650" b="0">
                <a:solidFill>
                  <a:srgbClr val="D8D3E6"/>
                </a:solidFill>
                <a:latin typeface="Arial"/>
                <a:ea typeface="Arial"/>
                <a:cs typeface="Arial"/>
              </a:defRPr>
            </a:lvl4pPr>
            <a:lvl5pPr algn="l">
              <a:defRPr sz="1650" b="0">
                <a:solidFill>
                  <a:srgbClr val="D8D3E6"/>
                </a:solidFill>
                <a:latin typeface="Arial"/>
                <a:ea typeface="Arial"/>
                <a:cs typeface="Arial"/>
              </a:defRPr>
            </a:lvl5pPr>
            <a:lvl6pPr algn="l">
              <a:defRPr sz="1650" b="0">
                <a:solidFill>
                  <a:srgbClr val="D8D3E6"/>
                </a:solidFill>
                <a:latin typeface="Arial"/>
                <a:ea typeface="Arial"/>
                <a:cs typeface="Arial"/>
              </a:defRPr>
            </a:lvl6pPr>
            <a:lvl7pPr algn="l">
              <a:defRPr sz="1650" b="0">
                <a:solidFill>
                  <a:srgbClr val="D8D3E6"/>
                </a:solidFill>
                <a:latin typeface="Arial"/>
                <a:ea typeface="Arial"/>
                <a:cs typeface="Arial"/>
              </a:defRPr>
            </a:lvl7pPr>
            <a:lvl8pPr algn="l">
              <a:defRPr sz="1650" b="0">
                <a:solidFill>
                  <a:srgbClr val="D8D3E6"/>
                </a:solidFill>
                <a:latin typeface="Arial"/>
                <a:ea typeface="Arial"/>
                <a:cs typeface="Arial"/>
              </a:defRPr>
            </a:lvl8pPr>
            <a:lvl9pPr algn="l">
              <a:defRPr sz="1650" b="0">
                <a:solidFill>
                  <a:srgbClr val="D8D3E6"/>
                </a:solidFill>
                <a:latin typeface="Arial"/>
                <a:ea typeface="Arial"/>
                <a:cs typeface="Arial"/>
              </a:defRPr>
            </a:lvl9pPr>
          </a:lstStyle>
          <a:p xmlns:a="http://schemas.openxmlformats.org/drawingml/2006/main">
            <a:pPr algn="l">
              <a:defRPr sz="1650" b="0">
                <a:solidFill>
                  <a:srgbClr val="D8D3E6"/>
                </a:solidFill>
                <a:latin typeface="Arial"/>
                <a:ea typeface="Arial"/>
                <a:cs typeface="Arial"/>
              </a:defRPr>
            </a:pPr>
            <a:r>
              <a:rPr sz="1650" b="0">
                <a:solidFill>
                  <a:srgbClr val="D8D3E6"/>
                </a:solidFill>
                <a:latin typeface="Arial"/>
                <a:ea typeface="Arial"/>
                <a:cs typeface="Arial"/>
              </a:rPr>
              <a:t>Core route ranking is code-driven. Gemini adds optional context when a server key is configured.</a:t>
            </a:r>
          </a:p>
        </p:txBody>
      </p:sp>
    </p:spTree>
    <p:extLst>
      <p:ext uri="{BB962C8B-B14F-4D97-AF65-F5344CB8AC3E}">
        <p14:creationId xmlns:p14="http://schemas.microsoft.com/office/powerpoint/2010/main" val="2014266615"/>
      </p:ext>
    </p:extLst>
  </p:cSld>
</p:sld>
</file>

<file path=ppt/slides/slide6.xml><?xml version="1.0" encoding="utf-8"?>
<p:sld xmlns:p="http://schemas.openxmlformats.org/presentationml/2006/main">
  <p:cSld>
    <p:bg>
      <p:bgPr>
        <a:solidFill xmlns:a="http://schemas.openxmlformats.org/drawingml/2006/main">
          <a:srgbClr val="F7F6FB"/>
        </a:solidFill>
      </p:bgPr>
    </p:bg>
    <p:spTree>
      <p:nvGrpSpPr>
        <p:cNvPr id="1" name=""/>
        <p:cNvGrpSpPr/>
        <p:nvPr/>
      </p:nvGrpSpPr>
      <p:grpSpPr>
        <a:xfrm xmlns:a="http://schemas.openxmlformats.org/drawingml/2006/main"/>
      </p:grpSpPr>
      <p:sp>
        <p:nvSpPr>
          <p:cNvPr id="15" name="accent-6">
            <a:extLst xmlns:a="http://schemas.openxmlformats.org/drawingml/2006/main">
              <a:ext uri="{FF2B5EF4-FFF2-40B4-BE49-F238E27FC236}">
                <a16:creationId xmlns:a16="http://schemas.microsoft.com/office/drawing/2014/main" id="{DA411DBB-4A38-4823-B844-CDE79BDC3789}"/>
              </a:ext>
            </a:extLst>
          </p:cNvPr>
          <p:cNvSpPr>
            <a:spLocks xmlns:a="http://schemas.openxmlformats.org/drawingml/2006/main" noGrp="1"/>
          </p:cNvSpPr>
          <p:nvPr/>
        </p:nvSpPr>
        <p:spPr>
          <a:xfrm xmlns:a="http://schemas.openxmlformats.org/drawingml/2006/main">
            <a:off x="685800" y="628650"/>
            <a:ext cx="400050" cy="47625"/>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2" name="title-6">
            <a:extLst xmlns:a="http://schemas.openxmlformats.org/drawingml/2006/main">
              <a:ext uri="{FF2B5EF4-FFF2-40B4-BE49-F238E27FC236}">
                <a16:creationId xmlns:a16="http://schemas.microsoft.com/office/drawing/2014/main" id="{61B56D9A-0A40-4096-B222-452E62AC5712}"/>
              </a:ext>
            </a:extLst>
          </p:cNvPr>
          <p:cNvSpPr>
            <a:spLocks xmlns:a="http://schemas.openxmlformats.org/drawingml/2006/main" noGrp="1"/>
          </p:cNvSpPr>
          <p:nvPr/>
        </p:nvSpPr>
        <p:spPr>
          <a:xfrm xmlns:a="http://schemas.openxmlformats.org/drawingml/2006/main">
            <a:off x="685800" y="8953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17162B"/>
                </a:solidFill>
                <a:latin typeface="Arial"/>
                <a:ea typeface="Arial"/>
                <a:cs typeface="Arial"/>
              </a:defRPr>
            </a:defPPr>
            <a:lvl1pPr algn="l">
              <a:defRPr sz="3900" b="1">
                <a:solidFill>
                  <a:srgbClr val="17162B"/>
                </a:solidFill>
                <a:latin typeface="Arial"/>
                <a:ea typeface="Arial"/>
                <a:cs typeface="Arial"/>
              </a:defRPr>
            </a:lvl1pPr>
            <a:lvl2pPr algn="l">
              <a:defRPr sz="3900" b="1">
                <a:solidFill>
                  <a:srgbClr val="17162B"/>
                </a:solidFill>
                <a:latin typeface="Arial"/>
                <a:ea typeface="Arial"/>
                <a:cs typeface="Arial"/>
              </a:defRPr>
            </a:lvl2pPr>
            <a:lvl3pPr algn="l">
              <a:defRPr sz="3900" b="1">
                <a:solidFill>
                  <a:srgbClr val="17162B"/>
                </a:solidFill>
                <a:latin typeface="Arial"/>
                <a:ea typeface="Arial"/>
                <a:cs typeface="Arial"/>
              </a:defRPr>
            </a:lvl3pPr>
            <a:lvl4pPr algn="l">
              <a:defRPr sz="3900" b="1">
                <a:solidFill>
                  <a:srgbClr val="17162B"/>
                </a:solidFill>
                <a:latin typeface="Arial"/>
                <a:ea typeface="Arial"/>
                <a:cs typeface="Arial"/>
              </a:defRPr>
            </a:lvl4pPr>
            <a:lvl5pPr algn="l">
              <a:defRPr sz="3900" b="1">
                <a:solidFill>
                  <a:srgbClr val="17162B"/>
                </a:solidFill>
                <a:latin typeface="Arial"/>
                <a:ea typeface="Arial"/>
                <a:cs typeface="Arial"/>
              </a:defRPr>
            </a:lvl5pPr>
            <a:lvl6pPr algn="l">
              <a:defRPr sz="3900" b="1">
                <a:solidFill>
                  <a:srgbClr val="17162B"/>
                </a:solidFill>
                <a:latin typeface="Arial"/>
                <a:ea typeface="Arial"/>
                <a:cs typeface="Arial"/>
              </a:defRPr>
            </a:lvl6pPr>
            <a:lvl7pPr algn="l">
              <a:defRPr sz="3900" b="1">
                <a:solidFill>
                  <a:srgbClr val="17162B"/>
                </a:solidFill>
                <a:latin typeface="Arial"/>
                <a:ea typeface="Arial"/>
                <a:cs typeface="Arial"/>
              </a:defRPr>
            </a:lvl7pPr>
            <a:lvl8pPr algn="l">
              <a:defRPr sz="3900" b="1">
                <a:solidFill>
                  <a:srgbClr val="17162B"/>
                </a:solidFill>
                <a:latin typeface="Arial"/>
                <a:ea typeface="Arial"/>
                <a:cs typeface="Arial"/>
              </a:defRPr>
            </a:lvl8pPr>
            <a:lvl9pPr algn="l">
              <a:defRPr sz="3900" b="1">
                <a:solidFill>
                  <a:srgbClr val="17162B"/>
                </a:solidFill>
                <a:latin typeface="Arial"/>
                <a:ea typeface="Arial"/>
                <a:cs typeface="Arial"/>
              </a:defRPr>
            </a:lvl9pPr>
          </a:lstStyle>
          <a:p xmlns:a="http://schemas.openxmlformats.org/drawingml/2006/main">
            <a:pPr algn="l">
              <a:defRPr sz="3900" b="1">
                <a:solidFill>
                  <a:srgbClr val="17162B"/>
                </a:solidFill>
                <a:latin typeface="Arial"/>
                <a:ea typeface="Arial"/>
                <a:cs typeface="Arial"/>
              </a:defRPr>
            </a:pPr>
            <a:r>
              <a:rPr sz="3900" b="1">
                <a:solidFill>
                  <a:srgbClr val="17162B"/>
                </a:solidFill>
                <a:latin typeface="Arial"/>
                <a:ea typeface="Arial"/>
                <a:cs typeface="Arial"/>
              </a:rPr>
              <a:t>Event-day contribution: map sizing</a:t>
            </a:r>
          </a:p>
        </p:txBody>
      </p:sp>
      <p:sp>
        <p:nvSpPr>
          <p:cNvPr id="3" name="footer-6">
            <a:extLst xmlns:a="http://schemas.openxmlformats.org/drawingml/2006/main">
              <a:ext uri="{FF2B5EF4-FFF2-40B4-BE49-F238E27FC236}">
                <a16:creationId xmlns:a16="http://schemas.microsoft.com/office/drawing/2014/main" id="{0A5B0436-5FC2-4E5E-B65B-B882E8E42148}"/>
              </a:ext>
            </a:extLst>
          </p:cNvPr>
          <p:cNvSpPr>
            <a:spLocks xmlns:a="http://schemas.openxmlformats.org/drawingml/2006/main" noGrp="1"/>
          </p:cNvSpPr>
          <p:nvPr/>
        </p:nvSpPr>
        <p:spPr>
          <a:xfrm xmlns:a="http://schemas.openxmlformats.org/drawingml/2006/main">
            <a:off x="685800" y="64198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647A"/>
                </a:solidFill>
                <a:latin typeface="Arial"/>
                <a:ea typeface="Arial"/>
                <a:cs typeface="Arial"/>
              </a:defRPr>
            </a:defPPr>
            <a:lvl1pPr algn="l">
              <a:defRPr sz="975" b="1">
                <a:solidFill>
                  <a:srgbClr val="65647A"/>
                </a:solidFill>
                <a:latin typeface="Arial"/>
                <a:ea typeface="Arial"/>
                <a:cs typeface="Arial"/>
              </a:defRPr>
            </a:lvl1pPr>
            <a:lvl2pPr algn="l">
              <a:defRPr sz="975" b="1">
                <a:solidFill>
                  <a:srgbClr val="65647A"/>
                </a:solidFill>
                <a:latin typeface="Arial"/>
                <a:ea typeface="Arial"/>
                <a:cs typeface="Arial"/>
              </a:defRPr>
            </a:lvl2pPr>
            <a:lvl3pPr algn="l">
              <a:defRPr sz="975" b="1">
                <a:solidFill>
                  <a:srgbClr val="65647A"/>
                </a:solidFill>
                <a:latin typeface="Arial"/>
                <a:ea typeface="Arial"/>
                <a:cs typeface="Arial"/>
              </a:defRPr>
            </a:lvl3pPr>
            <a:lvl4pPr algn="l">
              <a:defRPr sz="975" b="1">
                <a:solidFill>
                  <a:srgbClr val="65647A"/>
                </a:solidFill>
                <a:latin typeface="Arial"/>
                <a:ea typeface="Arial"/>
                <a:cs typeface="Arial"/>
              </a:defRPr>
            </a:lvl4pPr>
            <a:lvl5pPr algn="l">
              <a:defRPr sz="975" b="1">
                <a:solidFill>
                  <a:srgbClr val="65647A"/>
                </a:solidFill>
                <a:latin typeface="Arial"/>
                <a:ea typeface="Arial"/>
                <a:cs typeface="Arial"/>
              </a:defRPr>
            </a:lvl5pPr>
            <a:lvl6pPr algn="l">
              <a:defRPr sz="975" b="1">
                <a:solidFill>
                  <a:srgbClr val="65647A"/>
                </a:solidFill>
                <a:latin typeface="Arial"/>
                <a:ea typeface="Arial"/>
                <a:cs typeface="Arial"/>
              </a:defRPr>
            </a:lvl6pPr>
            <a:lvl7pPr algn="l">
              <a:defRPr sz="975" b="1">
                <a:solidFill>
                  <a:srgbClr val="65647A"/>
                </a:solidFill>
                <a:latin typeface="Arial"/>
                <a:ea typeface="Arial"/>
                <a:cs typeface="Arial"/>
              </a:defRPr>
            </a:lvl7pPr>
            <a:lvl8pPr algn="l">
              <a:defRPr sz="975" b="1">
                <a:solidFill>
                  <a:srgbClr val="65647A"/>
                </a:solidFill>
                <a:latin typeface="Arial"/>
                <a:ea typeface="Arial"/>
                <a:cs typeface="Arial"/>
              </a:defRPr>
            </a:lvl8pPr>
            <a:lvl9pPr algn="l">
              <a:defRPr sz="975" b="1">
                <a:solidFill>
                  <a:srgbClr val="65647A"/>
                </a:solidFill>
                <a:latin typeface="Arial"/>
                <a:ea typeface="Arial"/>
                <a:cs typeface="Arial"/>
              </a:defRPr>
            </a:lvl9pPr>
          </a:lstStyle>
          <a:p xmlns:a="http://schemas.openxmlformats.org/drawingml/2006/main">
            <a:pPr algn="l">
              <a:defRPr sz="975" b="1">
                <a:solidFill>
                  <a:srgbClr val="65647A"/>
                </a:solidFill>
                <a:latin typeface="Arial"/>
                <a:ea typeface="Arial"/>
                <a:cs typeface="Arial"/>
              </a:defRPr>
            </a:pPr>
            <a:r>
              <a:rPr sz="975" b="1">
                <a:solidFill>
                  <a:srgbClr val="65647A"/>
                </a:solidFill>
                <a:latin typeface="Arial"/>
                <a:ea typeface="Arial"/>
                <a:cs typeface="Arial"/>
              </a:rPr>
              <a:t>SAFEROUTE  /  HACKTOBER FEST 2026</a:t>
            </a:r>
          </a:p>
        </p:txBody>
      </p:sp>
      <p:sp>
        <p:nvSpPr>
          <p:cNvPr id="4" name="number-6">
            <a:extLst xmlns:a="http://schemas.openxmlformats.org/drawingml/2006/main">
              <a:ext uri="{FF2B5EF4-FFF2-40B4-BE49-F238E27FC236}">
                <a16:creationId xmlns:a16="http://schemas.microsoft.com/office/drawing/2014/main" id="{72957947-49B7-47E6-A187-311A4C005341}"/>
              </a:ext>
            </a:extLst>
          </p:cNvPr>
          <p:cNvSpPr>
            <a:spLocks xmlns:a="http://schemas.openxmlformats.org/drawingml/2006/main" noGrp="1"/>
          </p:cNvSpPr>
          <p:nvPr/>
        </p:nvSpPr>
        <p:spPr>
          <a:xfrm xmlns:a="http://schemas.openxmlformats.org/drawingml/2006/main">
            <a:off x="11001375" y="63817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65647A"/>
                </a:solidFill>
                <a:latin typeface="Arial"/>
                <a:ea typeface="Arial"/>
                <a:cs typeface="Arial"/>
              </a:defRPr>
            </a:defPPr>
            <a:lvl1pPr algn="r">
              <a:defRPr sz="1200" b="1">
                <a:solidFill>
                  <a:srgbClr val="65647A"/>
                </a:solidFill>
                <a:latin typeface="Arial"/>
                <a:ea typeface="Arial"/>
                <a:cs typeface="Arial"/>
              </a:defRPr>
            </a:lvl1pPr>
            <a:lvl2pPr algn="r">
              <a:defRPr sz="1200" b="1">
                <a:solidFill>
                  <a:srgbClr val="65647A"/>
                </a:solidFill>
                <a:latin typeface="Arial"/>
                <a:ea typeface="Arial"/>
                <a:cs typeface="Arial"/>
              </a:defRPr>
            </a:lvl2pPr>
            <a:lvl3pPr algn="r">
              <a:defRPr sz="1200" b="1">
                <a:solidFill>
                  <a:srgbClr val="65647A"/>
                </a:solidFill>
                <a:latin typeface="Arial"/>
                <a:ea typeface="Arial"/>
                <a:cs typeface="Arial"/>
              </a:defRPr>
            </a:lvl3pPr>
            <a:lvl4pPr algn="r">
              <a:defRPr sz="1200" b="1">
                <a:solidFill>
                  <a:srgbClr val="65647A"/>
                </a:solidFill>
                <a:latin typeface="Arial"/>
                <a:ea typeface="Arial"/>
                <a:cs typeface="Arial"/>
              </a:defRPr>
            </a:lvl4pPr>
            <a:lvl5pPr algn="r">
              <a:defRPr sz="1200" b="1">
                <a:solidFill>
                  <a:srgbClr val="65647A"/>
                </a:solidFill>
                <a:latin typeface="Arial"/>
                <a:ea typeface="Arial"/>
                <a:cs typeface="Arial"/>
              </a:defRPr>
            </a:lvl5pPr>
            <a:lvl6pPr algn="r">
              <a:defRPr sz="1200" b="1">
                <a:solidFill>
                  <a:srgbClr val="65647A"/>
                </a:solidFill>
                <a:latin typeface="Arial"/>
                <a:ea typeface="Arial"/>
                <a:cs typeface="Arial"/>
              </a:defRPr>
            </a:lvl6pPr>
            <a:lvl7pPr algn="r">
              <a:defRPr sz="1200" b="1">
                <a:solidFill>
                  <a:srgbClr val="65647A"/>
                </a:solidFill>
                <a:latin typeface="Arial"/>
                <a:ea typeface="Arial"/>
                <a:cs typeface="Arial"/>
              </a:defRPr>
            </a:lvl7pPr>
            <a:lvl8pPr algn="r">
              <a:defRPr sz="1200" b="1">
                <a:solidFill>
                  <a:srgbClr val="65647A"/>
                </a:solidFill>
                <a:latin typeface="Arial"/>
                <a:ea typeface="Arial"/>
                <a:cs typeface="Arial"/>
              </a:defRPr>
            </a:lvl8pPr>
            <a:lvl9pPr algn="r">
              <a:defRPr sz="1200" b="1">
                <a:solidFill>
                  <a:srgbClr val="65647A"/>
                </a:solidFill>
                <a:latin typeface="Arial"/>
                <a:ea typeface="Arial"/>
                <a:cs typeface="Arial"/>
              </a:defRPr>
            </a:lvl9pPr>
          </a:lstStyle>
          <a:p xmlns:a="http://schemas.openxmlformats.org/drawingml/2006/main">
            <a:pPr algn="r">
              <a:defRPr sz="1200" b="1">
                <a:solidFill>
                  <a:srgbClr val="65647A"/>
                </a:solidFill>
                <a:latin typeface="Arial"/>
                <a:ea typeface="Arial"/>
                <a:cs typeface="Arial"/>
              </a:defRPr>
            </a:pPr>
            <a:r>
              <a:rPr sz="1200" b="1">
                <a:solidFill>
                  <a:srgbClr val="65647A"/>
                </a:solidFill>
                <a:latin typeface="Arial"/>
                <a:ea typeface="Arial"/>
                <a:cs typeface="Arial"/>
              </a:rPr>
              <a:t>06</a:t>
            </a:r>
          </a:p>
        </p:txBody>
      </p:sp>
      <p:sp>
        <p:nvSpPr>
          <p:cNvPr id="5" name="fix-problem-label">
            <a:extLst xmlns:a="http://schemas.openxmlformats.org/drawingml/2006/main">
              <a:ext uri="{FF2B5EF4-FFF2-40B4-BE49-F238E27FC236}">
                <a16:creationId xmlns:a16="http://schemas.microsoft.com/office/drawing/2014/main" id="{1FA7A8B6-829A-4390-8C1B-2FE6E44C9772}"/>
              </a:ext>
            </a:extLst>
          </p:cNvPr>
          <p:cNvSpPr>
            <a:spLocks xmlns:a="http://schemas.openxmlformats.org/drawingml/2006/main" noGrp="1"/>
          </p:cNvSpPr>
          <p:nvPr/>
        </p:nvSpPr>
        <p:spPr>
          <a:xfrm xmlns:a="http://schemas.openxmlformats.org/drawingml/2006/main">
            <a:off x="781050" y="18669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04438"/>
                </a:solidFill>
                <a:latin typeface="Arial"/>
                <a:ea typeface="Arial"/>
                <a:cs typeface="Arial"/>
              </a:defRPr>
            </a:defPPr>
            <a:lvl1pPr algn="l">
              <a:defRPr sz="1275" b="1">
                <a:solidFill>
                  <a:srgbClr val="F04438"/>
                </a:solidFill>
                <a:latin typeface="Arial"/>
                <a:ea typeface="Arial"/>
                <a:cs typeface="Arial"/>
              </a:defRPr>
            </a:lvl1pPr>
            <a:lvl2pPr algn="l">
              <a:defRPr sz="1275" b="1">
                <a:solidFill>
                  <a:srgbClr val="F04438"/>
                </a:solidFill>
                <a:latin typeface="Arial"/>
                <a:ea typeface="Arial"/>
                <a:cs typeface="Arial"/>
              </a:defRPr>
            </a:lvl2pPr>
            <a:lvl3pPr algn="l">
              <a:defRPr sz="1275" b="1">
                <a:solidFill>
                  <a:srgbClr val="F04438"/>
                </a:solidFill>
                <a:latin typeface="Arial"/>
                <a:ea typeface="Arial"/>
                <a:cs typeface="Arial"/>
              </a:defRPr>
            </a:lvl3pPr>
            <a:lvl4pPr algn="l">
              <a:defRPr sz="1275" b="1">
                <a:solidFill>
                  <a:srgbClr val="F04438"/>
                </a:solidFill>
                <a:latin typeface="Arial"/>
                <a:ea typeface="Arial"/>
                <a:cs typeface="Arial"/>
              </a:defRPr>
            </a:lvl4pPr>
            <a:lvl5pPr algn="l">
              <a:defRPr sz="1275" b="1">
                <a:solidFill>
                  <a:srgbClr val="F04438"/>
                </a:solidFill>
                <a:latin typeface="Arial"/>
                <a:ea typeface="Arial"/>
                <a:cs typeface="Arial"/>
              </a:defRPr>
            </a:lvl5pPr>
            <a:lvl6pPr algn="l">
              <a:defRPr sz="1275" b="1">
                <a:solidFill>
                  <a:srgbClr val="F04438"/>
                </a:solidFill>
                <a:latin typeface="Arial"/>
                <a:ea typeface="Arial"/>
                <a:cs typeface="Arial"/>
              </a:defRPr>
            </a:lvl6pPr>
            <a:lvl7pPr algn="l">
              <a:defRPr sz="1275" b="1">
                <a:solidFill>
                  <a:srgbClr val="F04438"/>
                </a:solidFill>
                <a:latin typeface="Arial"/>
                <a:ea typeface="Arial"/>
                <a:cs typeface="Arial"/>
              </a:defRPr>
            </a:lvl7pPr>
            <a:lvl8pPr algn="l">
              <a:defRPr sz="1275" b="1">
                <a:solidFill>
                  <a:srgbClr val="F04438"/>
                </a:solidFill>
                <a:latin typeface="Arial"/>
                <a:ea typeface="Arial"/>
                <a:cs typeface="Arial"/>
              </a:defRPr>
            </a:lvl8pPr>
            <a:lvl9pPr algn="l">
              <a:defRPr sz="1275" b="1">
                <a:solidFill>
                  <a:srgbClr val="F04438"/>
                </a:solidFill>
                <a:latin typeface="Arial"/>
                <a:ea typeface="Arial"/>
                <a:cs typeface="Arial"/>
              </a:defRPr>
            </a:lvl9pPr>
          </a:lstStyle>
          <a:p xmlns:a="http://schemas.openxmlformats.org/drawingml/2006/main">
            <a:pPr algn="l">
              <a:defRPr sz="1275" b="1">
                <a:solidFill>
                  <a:srgbClr val="F04438"/>
                </a:solidFill>
                <a:latin typeface="Arial"/>
                <a:ea typeface="Arial"/>
                <a:cs typeface="Arial"/>
              </a:defRPr>
            </a:pPr>
            <a:r>
              <a:rPr sz="1275" b="1">
                <a:solidFill>
                  <a:srgbClr val="F04438"/>
                </a:solidFill>
                <a:latin typeface="Arial"/>
                <a:ea typeface="Arial"/>
                <a:cs typeface="Arial"/>
              </a:rPr>
              <a:t>ISSUE</a:t>
            </a:r>
          </a:p>
        </p:txBody>
      </p:sp>
      <p:sp>
        <p:nvSpPr>
          <p:cNvPr id="6" name="fix-problem">
            <a:extLst xmlns:a="http://schemas.openxmlformats.org/drawingml/2006/main">
              <a:ext uri="{FF2B5EF4-FFF2-40B4-BE49-F238E27FC236}">
                <a16:creationId xmlns:a16="http://schemas.microsoft.com/office/drawing/2014/main" id="{1CE802BB-D1DB-410A-8FDE-DCE887B5482E}"/>
              </a:ext>
            </a:extLst>
          </p:cNvPr>
          <p:cNvSpPr>
            <a:spLocks xmlns:a="http://schemas.openxmlformats.org/drawingml/2006/main" noGrp="1"/>
          </p:cNvSpPr>
          <p:nvPr/>
        </p:nvSpPr>
        <p:spPr>
          <a:xfrm xmlns:a="http://schemas.openxmlformats.org/drawingml/2006/main">
            <a:off x="781050" y="2257425"/>
            <a:ext cx="4095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7162B"/>
                </a:solidFill>
                <a:latin typeface="Arial"/>
                <a:ea typeface="Arial"/>
                <a:cs typeface="Arial"/>
              </a:defRPr>
            </a:defPPr>
            <a:lvl1pPr algn="l">
              <a:defRPr sz="2250" b="1">
                <a:solidFill>
                  <a:srgbClr val="17162B"/>
                </a:solidFill>
                <a:latin typeface="Arial"/>
                <a:ea typeface="Arial"/>
                <a:cs typeface="Arial"/>
              </a:defRPr>
            </a:lvl1pPr>
            <a:lvl2pPr algn="l">
              <a:defRPr sz="2250" b="1">
                <a:solidFill>
                  <a:srgbClr val="17162B"/>
                </a:solidFill>
                <a:latin typeface="Arial"/>
                <a:ea typeface="Arial"/>
                <a:cs typeface="Arial"/>
              </a:defRPr>
            </a:lvl2pPr>
            <a:lvl3pPr algn="l">
              <a:defRPr sz="2250" b="1">
                <a:solidFill>
                  <a:srgbClr val="17162B"/>
                </a:solidFill>
                <a:latin typeface="Arial"/>
                <a:ea typeface="Arial"/>
                <a:cs typeface="Arial"/>
              </a:defRPr>
            </a:lvl3pPr>
            <a:lvl4pPr algn="l">
              <a:defRPr sz="2250" b="1">
                <a:solidFill>
                  <a:srgbClr val="17162B"/>
                </a:solidFill>
                <a:latin typeface="Arial"/>
                <a:ea typeface="Arial"/>
                <a:cs typeface="Arial"/>
              </a:defRPr>
            </a:lvl4pPr>
            <a:lvl5pPr algn="l">
              <a:defRPr sz="2250" b="1">
                <a:solidFill>
                  <a:srgbClr val="17162B"/>
                </a:solidFill>
                <a:latin typeface="Arial"/>
                <a:ea typeface="Arial"/>
                <a:cs typeface="Arial"/>
              </a:defRPr>
            </a:lvl5pPr>
            <a:lvl6pPr algn="l">
              <a:defRPr sz="2250" b="1">
                <a:solidFill>
                  <a:srgbClr val="17162B"/>
                </a:solidFill>
                <a:latin typeface="Arial"/>
                <a:ea typeface="Arial"/>
                <a:cs typeface="Arial"/>
              </a:defRPr>
            </a:lvl6pPr>
            <a:lvl7pPr algn="l">
              <a:defRPr sz="2250" b="1">
                <a:solidFill>
                  <a:srgbClr val="17162B"/>
                </a:solidFill>
                <a:latin typeface="Arial"/>
                <a:ea typeface="Arial"/>
                <a:cs typeface="Arial"/>
              </a:defRPr>
            </a:lvl7pPr>
            <a:lvl8pPr algn="l">
              <a:defRPr sz="2250" b="1">
                <a:solidFill>
                  <a:srgbClr val="17162B"/>
                </a:solidFill>
                <a:latin typeface="Arial"/>
                <a:ea typeface="Arial"/>
                <a:cs typeface="Arial"/>
              </a:defRPr>
            </a:lvl8pPr>
            <a:lvl9pPr algn="l">
              <a:defRPr sz="2250" b="1">
                <a:solidFill>
                  <a:srgbClr val="17162B"/>
                </a:solidFill>
                <a:latin typeface="Arial"/>
                <a:ea typeface="Arial"/>
                <a:cs typeface="Arial"/>
              </a:defRPr>
            </a:lvl9pPr>
          </a:lstStyle>
          <a:p xmlns:a="http://schemas.openxmlformats.org/drawingml/2006/main">
            <a:pPr algn="l">
              <a:defRPr sz="2250" b="1">
                <a:solidFill>
                  <a:srgbClr val="17162B"/>
                </a:solidFill>
                <a:latin typeface="Arial"/>
                <a:ea typeface="Arial"/>
                <a:cs typeface="Arial"/>
              </a:defRPr>
            </a:pPr>
            <a:r>
              <a:rPr sz="2250" b="1">
                <a:solidFill>
                  <a:srgbClr val="17162B"/>
                </a:solidFill>
                <a:latin typeface="Arial"/>
                <a:ea typeface="Arial"/>
                <a:cs typeface="Arial"/>
              </a:rPr>
              <a:t>The map could stay at its initial canvas size after the app window changed.</a:t>
            </a:r>
          </a:p>
        </p:txBody>
      </p:sp>
      <p:sp>
        <p:nvSpPr>
          <p:cNvPr id="7" name="fix-divider">
            <a:extLst xmlns:a="http://schemas.openxmlformats.org/drawingml/2006/main">
              <a:ext uri="{FF2B5EF4-FFF2-40B4-BE49-F238E27FC236}">
                <a16:creationId xmlns:a16="http://schemas.microsoft.com/office/drawing/2014/main" id="{DB64B215-A198-408A-A302-EB4BA75CE17C}"/>
              </a:ext>
            </a:extLst>
          </p:cNvPr>
          <p:cNvSpPr>
            <a:spLocks xmlns:a="http://schemas.openxmlformats.org/drawingml/2006/main" noGrp="1"/>
          </p:cNvSpPr>
          <p:nvPr/>
        </p:nvSpPr>
        <p:spPr>
          <a:xfrm xmlns:a="http://schemas.openxmlformats.org/drawingml/2006/main">
            <a:off x="5381625" y="1895475"/>
            <a:ext cx="19050" cy="3295650"/>
          </a:xfrm>
          <a:prstGeom xmlns:a="http://schemas.openxmlformats.org/drawingml/2006/main" prst="rect">
            <a:avLst/>
          </a:prstGeom>
          <a:solidFill xmlns:a="http://schemas.openxmlformats.org/drawingml/2006/main">
            <a:srgbClr val="DEDBE8"/>
          </a:solidFill>
          <a:ln xmlns:a="http://schemas.openxmlformats.org/drawingml/2006/main" w="0">
            <a:noFill/>
            <a:prstDash val="solid"/>
          </a:ln>
        </p:spPr>
      </p:sp>
      <p:sp>
        <p:nvSpPr>
          <p:cNvPr id="8" name="fix-now-label">
            <a:extLst xmlns:a="http://schemas.openxmlformats.org/drawingml/2006/main">
              <a:ext uri="{FF2B5EF4-FFF2-40B4-BE49-F238E27FC236}">
                <a16:creationId xmlns:a16="http://schemas.microsoft.com/office/drawing/2014/main" id="{AE60BDC4-4E7E-47FC-8514-1FFC3344AF3F}"/>
              </a:ext>
            </a:extLst>
          </p:cNvPr>
          <p:cNvSpPr>
            <a:spLocks xmlns:a="http://schemas.openxmlformats.org/drawingml/2006/main" noGrp="1"/>
          </p:cNvSpPr>
          <p:nvPr/>
        </p:nvSpPr>
        <p:spPr>
          <a:xfrm xmlns:a="http://schemas.openxmlformats.org/drawingml/2006/main">
            <a:off x="5905500" y="18669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5966A"/>
                </a:solidFill>
                <a:latin typeface="Arial"/>
                <a:ea typeface="Arial"/>
                <a:cs typeface="Arial"/>
              </a:defRPr>
            </a:defPPr>
            <a:lvl1pPr algn="l">
              <a:defRPr sz="1275" b="1">
                <a:solidFill>
                  <a:srgbClr val="15966A"/>
                </a:solidFill>
                <a:latin typeface="Arial"/>
                <a:ea typeface="Arial"/>
                <a:cs typeface="Arial"/>
              </a:defRPr>
            </a:lvl1pPr>
            <a:lvl2pPr algn="l">
              <a:defRPr sz="1275" b="1">
                <a:solidFill>
                  <a:srgbClr val="15966A"/>
                </a:solidFill>
                <a:latin typeface="Arial"/>
                <a:ea typeface="Arial"/>
                <a:cs typeface="Arial"/>
              </a:defRPr>
            </a:lvl2pPr>
            <a:lvl3pPr algn="l">
              <a:defRPr sz="1275" b="1">
                <a:solidFill>
                  <a:srgbClr val="15966A"/>
                </a:solidFill>
                <a:latin typeface="Arial"/>
                <a:ea typeface="Arial"/>
                <a:cs typeface="Arial"/>
              </a:defRPr>
            </a:lvl3pPr>
            <a:lvl4pPr algn="l">
              <a:defRPr sz="1275" b="1">
                <a:solidFill>
                  <a:srgbClr val="15966A"/>
                </a:solidFill>
                <a:latin typeface="Arial"/>
                <a:ea typeface="Arial"/>
                <a:cs typeface="Arial"/>
              </a:defRPr>
            </a:lvl4pPr>
            <a:lvl5pPr algn="l">
              <a:defRPr sz="1275" b="1">
                <a:solidFill>
                  <a:srgbClr val="15966A"/>
                </a:solidFill>
                <a:latin typeface="Arial"/>
                <a:ea typeface="Arial"/>
                <a:cs typeface="Arial"/>
              </a:defRPr>
            </a:lvl5pPr>
            <a:lvl6pPr algn="l">
              <a:defRPr sz="1275" b="1">
                <a:solidFill>
                  <a:srgbClr val="15966A"/>
                </a:solidFill>
                <a:latin typeface="Arial"/>
                <a:ea typeface="Arial"/>
                <a:cs typeface="Arial"/>
              </a:defRPr>
            </a:lvl6pPr>
            <a:lvl7pPr algn="l">
              <a:defRPr sz="1275" b="1">
                <a:solidFill>
                  <a:srgbClr val="15966A"/>
                </a:solidFill>
                <a:latin typeface="Arial"/>
                <a:ea typeface="Arial"/>
                <a:cs typeface="Arial"/>
              </a:defRPr>
            </a:lvl7pPr>
            <a:lvl8pPr algn="l">
              <a:defRPr sz="1275" b="1">
                <a:solidFill>
                  <a:srgbClr val="15966A"/>
                </a:solidFill>
                <a:latin typeface="Arial"/>
                <a:ea typeface="Arial"/>
                <a:cs typeface="Arial"/>
              </a:defRPr>
            </a:lvl8pPr>
            <a:lvl9pPr algn="l">
              <a:defRPr sz="1275" b="1">
                <a:solidFill>
                  <a:srgbClr val="15966A"/>
                </a:solidFill>
                <a:latin typeface="Arial"/>
                <a:ea typeface="Arial"/>
                <a:cs typeface="Arial"/>
              </a:defRPr>
            </a:lvl9pPr>
          </a:lstStyle>
          <a:p xmlns:a="http://schemas.openxmlformats.org/drawingml/2006/main">
            <a:pPr algn="l">
              <a:defRPr sz="1275" b="1">
                <a:solidFill>
                  <a:srgbClr val="15966A"/>
                </a:solidFill>
                <a:latin typeface="Arial"/>
                <a:ea typeface="Arial"/>
                <a:cs typeface="Arial"/>
              </a:defRPr>
            </a:pPr>
            <a:r>
              <a:rPr sz="1275" b="1">
                <a:solidFill>
                  <a:srgbClr val="15966A"/>
                </a:solidFill>
                <a:latin typeface="Arial"/>
                <a:ea typeface="Arial"/>
                <a:cs typeface="Arial"/>
              </a:rPr>
              <a:t>IMPLEMENTED  ·  30 OCT 2026</a:t>
            </a:r>
          </a:p>
        </p:txBody>
      </p:sp>
      <p:sp>
        <p:nvSpPr>
          <p:cNvPr id="9" name="fix-trigger">
            <a:extLst xmlns:a="http://schemas.openxmlformats.org/drawingml/2006/main">
              <a:ext uri="{FF2B5EF4-FFF2-40B4-BE49-F238E27FC236}">
                <a16:creationId xmlns:a16="http://schemas.microsoft.com/office/drawing/2014/main" id="{8B296AD0-C16E-45DC-A45D-346032FDA441}"/>
              </a:ext>
            </a:extLst>
          </p:cNvPr>
          <p:cNvSpPr>
            <a:spLocks xmlns:a="http://schemas.openxmlformats.org/drawingml/2006/main" noGrp="1"/>
          </p:cNvSpPr>
          <p:nvPr/>
        </p:nvSpPr>
        <p:spPr>
          <a:xfrm xmlns:a="http://schemas.openxmlformats.org/drawingml/2006/main">
            <a:off x="5905500" y="2257425"/>
            <a:ext cx="4857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5647A"/>
                </a:solidFill>
                <a:latin typeface="Arial"/>
                <a:ea typeface="Arial"/>
                <a:cs typeface="Arial"/>
              </a:defRPr>
            </a:defPPr>
            <a:lvl1pPr algn="l">
              <a:defRPr sz="1650" b="0">
                <a:solidFill>
                  <a:srgbClr val="65647A"/>
                </a:solidFill>
                <a:latin typeface="Arial"/>
                <a:ea typeface="Arial"/>
                <a:cs typeface="Arial"/>
              </a:defRPr>
            </a:lvl1pPr>
            <a:lvl2pPr algn="l">
              <a:defRPr sz="1650" b="0">
                <a:solidFill>
                  <a:srgbClr val="65647A"/>
                </a:solidFill>
                <a:latin typeface="Arial"/>
                <a:ea typeface="Arial"/>
                <a:cs typeface="Arial"/>
              </a:defRPr>
            </a:lvl2pPr>
            <a:lvl3pPr algn="l">
              <a:defRPr sz="1650" b="0">
                <a:solidFill>
                  <a:srgbClr val="65647A"/>
                </a:solidFill>
                <a:latin typeface="Arial"/>
                <a:ea typeface="Arial"/>
                <a:cs typeface="Arial"/>
              </a:defRPr>
            </a:lvl3pPr>
            <a:lvl4pPr algn="l">
              <a:defRPr sz="1650" b="0">
                <a:solidFill>
                  <a:srgbClr val="65647A"/>
                </a:solidFill>
                <a:latin typeface="Arial"/>
                <a:ea typeface="Arial"/>
                <a:cs typeface="Arial"/>
              </a:defRPr>
            </a:lvl4pPr>
            <a:lvl5pPr algn="l">
              <a:defRPr sz="1650" b="0">
                <a:solidFill>
                  <a:srgbClr val="65647A"/>
                </a:solidFill>
                <a:latin typeface="Arial"/>
                <a:ea typeface="Arial"/>
                <a:cs typeface="Arial"/>
              </a:defRPr>
            </a:lvl5pPr>
            <a:lvl6pPr algn="l">
              <a:defRPr sz="1650" b="0">
                <a:solidFill>
                  <a:srgbClr val="65647A"/>
                </a:solidFill>
                <a:latin typeface="Arial"/>
                <a:ea typeface="Arial"/>
                <a:cs typeface="Arial"/>
              </a:defRPr>
            </a:lvl6pPr>
            <a:lvl7pPr algn="l">
              <a:defRPr sz="1650" b="0">
                <a:solidFill>
                  <a:srgbClr val="65647A"/>
                </a:solidFill>
                <a:latin typeface="Arial"/>
                <a:ea typeface="Arial"/>
                <a:cs typeface="Arial"/>
              </a:defRPr>
            </a:lvl7pPr>
            <a:lvl8pPr algn="l">
              <a:defRPr sz="1650" b="0">
                <a:solidFill>
                  <a:srgbClr val="65647A"/>
                </a:solidFill>
                <a:latin typeface="Arial"/>
                <a:ea typeface="Arial"/>
                <a:cs typeface="Arial"/>
              </a:defRPr>
            </a:lvl8pPr>
            <a:lvl9pPr algn="l">
              <a:defRPr sz="1650" b="0">
                <a:solidFill>
                  <a:srgbClr val="65647A"/>
                </a:solidFill>
                <a:latin typeface="Arial"/>
                <a:ea typeface="Arial"/>
                <a:cs typeface="Arial"/>
              </a:defRPr>
            </a:lvl9pPr>
          </a:lstStyle>
          <a:p xmlns:a="http://schemas.openxmlformats.org/drawingml/2006/main">
            <a:pPr algn="l">
              <a:defRPr sz="1650" b="0">
                <a:solidFill>
                  <a:srgbClr val="65647A"/>
                </a:solidFill>
                <a:latin typeface="Arial"/>
                <a:ea typeface="Arial"/>
                <a:cs typeface="Arial"/>
              </a:defRPr>
            </a:pPr>
            <a:r>
              <a:rPr sz="1650" b="0">
                <a:solidFill>
                  <a:srgbClr val="65647A"/>
                </a:solidFill>
                <a:latin typeface="Arial"/>
                <a:ea typeface="Arial"/>
                <a:cs typeface="Arial"/>
              </a:rPr>
              <a:t>Watch for changes to</a:t>
            </a:r>
          </a:p>
        </p:txBody>
      </p:sp>
      <p:sp>
        <p:nvSpPr>
          <p:cNvPr id="10" name="fix-events">
            <a:extLst xmlns:a="http://schemas.openxmlformats.org/drawingml/2006/main">
              <a:ext uri="{FF2B5EF4-FFF2-40B4-BE49-F238E27FC236}">
                <a16:creationId xmlns:a16="http://schemas.microsoft.com/office/drawing/2014/main" id="{CE7EDBB4-4C2E-420F-A190-153BAE106CEB}"/>
              </a:ext>
            </a:extLst>
          </p:cNvPr>
          <p:cNvSpPr>
            <a:spLocks xmlns:a="http://schemas.openxmlformats.org/drawingml/2006/main" noGrp="1"/>
          </p:cNvSpPr>
          <p:nvPr/>
        </p:nvSpPr>
        <p:spPr>
          <a:xfrm xmlns:a="http://schemas.openxmlformats.org/drawingml/2006/main">
            <a:off x="5905500" y="2695575"/>
            <a:ext cx="3524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162B"/>
                </a:solidFill>
                <a:latin typeface="Arial"/>
                <a:ea typeface="Arial"/>
                <a:cs typeface="Arial"/>
              </a:defRPr>
            </a:defPPr>
            <a:lvl1pPr algn="l">
              <a:defRPr sz="1875" b="1">
                <a:solidFill>
                  <a:srgbClr val="17162B"/>
                </a:solidFill>
                <a:latin typeface="Arial"/>
                <a:ea typeface="Arial"/>
                <a:cs typeface="Arial"/>
              </a:defRPr>
            </a:lvl1pPr>
            <a:lvl2pPr algn="l">
              <a:defRPr sz="1875" b="1">
                <a:solidFill>
                  <a:srgbClr val="17162B"/>
                </a:solidFill>
                <a:latin typeface="Arial"/>
                <a:ea typeface="Arial"/>
                <a:cs typeface="Arial"/>
              </a:defRPr>
            </a:lvl2pPr>
            <a:lvl3pPr algn="l">
              <a:defRPr sz="1875" b="1">
                <a:solidFill>
                  <a:srgbClr val="17162B"/>
                </a:solidFill>
                <a:latin typeface="Arial"/>
                <a:ea typeface="Arial"/>
                <a:cs typeface="Arial"/>
              </a:defRPr>
            </a:lvl3pPr>
            <a:lvl4pPr algn="l">
              <a:defRPr sz="1875" b="1">
                <a:solidFill>
                  <a:srgbClr val="17162B"/>
                </a:solidFill>
                <a:latin typeface="Arial"/>
                <a:ea typeface="Arial"/>
                <a:cs typeface="Arial"/>
              </a:defRPr>
            </a:lvl4pPr>
            <a:lvl5pPr algn="l">
              <a:defRPr sz="1875" b="1">
                <a:solidFill>
                  <a:srgbClr val="17162B"/>
                </a:solidFill>
                <a:latin typeface="Arial"/>
                <a:ea typeface="Arial"/>
                <a:cs typeface="Arial"/>
              </a:defRPr>
            </a:lvl5pPr>
            <a:lvl6pPr algn="l">
              <a:defRPr sz="1875" b="1">
                <a:solidFill>
                  <a:srgbClr val="17162B"/>
                </a:solidFill>
                <a:latin typeface="Arial"/>
                <a:ea typeface="Arial"/>
                <a:cs typeface="Arial"/>
              </a:defRPr>
            </a:lvl6pPr>
            <a:lvl7pPr algn="l">
              <a:defRPr sz="1875" b="1">
                <a:solidFill>
                  <a:srgbClr val="17162B"/>
                </a:solidFill>
                <a:latin typeface="Arial"/>
                <a:ea typeface="Arial"/>
                <a:cs typeface="Arial"/>
              </a:defRPr>
            </a:lvl7pPr>
            <a:lvl8pPr algn="l">
              <a:defRPr sz="1875" b="1">
                <a:solidFill>
                  <a:srgbClr val="17162B"/>
                </a:solidFill>
                <a:latin typeface="Arial"/>
                <a:ea typeface="Arial"/>
                <a:cs typeface="Arial"/>
              </a:defRPr>
            </a:lvl8pPr>
            <a:lvl9pPr algn="l">
              <a:defRPr sz="1875" b="1">
                <a:solidFill>
                  <a:srgbClr val="17162B"/>
                </a:solidFill>
                <a:latin typeface="Arial"/>
                <a:ea typeface="Arial"/>
                <a:cs typeface="Arial"/>
              </a:defRPr>
            </a:lvl9pPr>
          </a:lstStyle>
          <a:p xmlns:a="http://schemas.openxmlformats.org/drawingml/2006/main">
            <a:pPr algn="l">
              <a:defRPr sz="1875" b="1">
                <a:solidFill>
                  <a:srgbClr val="17162B"/>
                </a:solidFill>
                <a:latin typeface="Arial"/>
                <a:ea typeface="Arial"/>
                <a:cs typeface="Arial"/>
              </a:defRPr>
            </a:pPr>
            <a:r>
              <a:rPr sz="1875" b="1">
                <a:solidFill>
                  <a:srgbClr val="17162B"/>
                </a:solidFill>
                <a:latin typeface="Arial"/>
                <a:ea typeface="Arial"/>
                <a:cs typeface="Arial"/>
              </a:rPr>
              <a:t>browser window</a:t>
            </a:r>
          </a:p>
          <a:p xmlns:a="http://schemas.openxmlformats.org/drawingml/2006/main">
            <a:pPr algn="l">
              <a:defRPr sz="1875" b="1">
                <a:solidFill>
                  <a:srgbClr val="17162B"/>
                </a:solidFill>
                <a:latin typeface="Arial"/>
                <a:ea typeface="Arial"/>
                <a:cs typeface="Arial"/>
              </a:defRPr>
            </a:pPr>
            <a:r>
              <a:rPr sz="1875" b="1">
                <a:solidFill>
                  <a:srgbClr val="17162B"/>
                </a:solidFill>
                <a:latin typeface="Arial"/>
                <a:ea typeface="Arial"/>
                <a:cs typeface="Arial"/>
              </a:rPr>
              <a:t>visual viewport</a:t>
            </a:r>
          </a:p>
          <a:p xmlns:a="http://schemas.openxmlformats.org/drawingml/2006/main">
            <a:pPr algn="l">
              <a:defRPr sz="1875" b="1">
                <a:solidFill>
                  <a:srgbClr val="17162B"/>
                </a:solidFill>
                <a:latin typeface="Arial"/>
                <a:ea typeface="Arial"/>
                <a:cs typeface="Arial"/>
              </a:defRPr>
            </a:pPr>
            <a:r>
              <a:rPr sz="1875" b="1">
                <a:solidFill>
                  <a:srgbClr val="17162B"/>
                </a:solidFill>
                <a:latin typeface="Arial"/>
                <a:ea typeface="Arial"/>
                <a:cs typeface="Arial"/>
              </a:rPr>
              <a:t>map container</a:t>
            </a:r>
          </a:p>
        </p:txBody>
      </p:sp>
      <p:sp>
        <p:nvSpPr>
          <p:cNvPr id="11" name="fix-actions-label">
            <a:extLst xmlns:a="http://schemas.openxmlformats.org/drawingml/2006/main">
              <a:ext uri="{FF2B5EF4-FFF2-40B4-BE49-F238E27FC236}">
                <a16:creationId xmlns:a16="http://schemas.microsoft.com/office/drawing/2014/main" id="{3CBB049D-5A87-4F7D-A3B8-F2F87D5867D1}"/>
              </a:ext>
            </a:extLst>
          </p:cNvPr>
          <p:cNvSpPr>
            <a:spLocks xmlns:a="http://schemas.openxmlformats.org/drawingml/2006/main" noGrp="1"/>
          </p:cNvSpPr>
          <p:nvPr/>
        </p:nvSpPr>
        <p:spPr>
          <a:xfrm xmlns:a="http://schemas.openxmlformats.org/drawingml/2006/main">
            <a:off x="5905500" y="42386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5647A"/>
                </a:solidFill>
                <a:latin typeface="Arial"/>
                <a:ea typeface="Arial"/>
                <a:cs typeface="Arial"/>
              </a:defRPr>
            </a:defPPr>
            <a:lvl1pPr algn="l">
              <a:defRPr sz="1650" b="0">
                <a:solidFill>
                  <a:srgbClr val="65647A"/>
                </a:solidFill>
                <a:latin typeface="Arial"/>
                <a:ea typeface="Arial"/>
                <a:cs typeface="Arial"/>
              </a:defRPr>
            </a:lvl1pPr>
            <a:lvl2pPr algn="l">
              <a:defRPr sz="1650" b="0">
                <a:solidFill>
                  <a:srgbClr val="65647A"/>
                </a:solidFill>
                <a:latin typeface="Arial"/>
                <a:ea typeface="Arial"/>
                <a:cs typeface="Arial"/>
              </a:defRPr>
            </a:lvl2pPr>
            <a:lvl3pPr algn="l">
              <a:defRPr sz="1650" b="0">
                <a:solidFill>
                  <a:srgbClr val="65647A"/>
                </a:solidFill>
                <a:latin typeface="Arial"/>
                <a:ea typeface="Arial"/>
                <a:cs typeface="Arial"/>
              </a:defRPr>
            </a:lvl3pPr>
            <a:lvl4pPr algn="l">
              <a:defRPr sz="1650" b="0">
                <a:solidFill>
                  <a:srgbClr val="65647A"/>
                </a:solidFill>
                <a:latin typeface="Arial"/>
                <a:ea typeface="Arial"/>
                <a:cs typeface="Arial"/>
              </a:defRPr>
            </a:lvl4pPr>
            <a:lvl5pPr algn="l">
              <a:defRPr sz="1650" b="0">
                <a:solidFill>
                  <a:srgbClr val="65647A"/>
                </a:solidFill>
                <a:latin typeface="Arial"/>
                <a:ea typeface="Arial"/>
                <a:cs typeface="Arial"/>
              </a:defRPr>
            </a:lvl5pPr>
            <a:lvl6pPr algn="l">
              <a:defRPr sz="1650" b="0">
                <a:solidFill>
                  <a:srgbClr val="65647A"/>
                </a:solidFill>
                <a:latin typeface="Arial"/>
                <a:ea typeface="Arial"/>
                <a:cs typeface="Arial"/>
              </a:defRPr>
            </a:lvl6pPr>
            <a:lvl7pPr algn="l">
              <a:defRPr sz="1650" b="0">
                <a:solidFill>
                  <a:srgbClr val="65647A"/>
                </a:solidFill>
                <a:latin typeface="Arial"/>
                <a:ea typeface="Arial"/>
                <a:cs typeface="Arial"/>
              </a:defRPr>
            </a:lvl7pPr>
            <a:lvl8pPr algn="l">
              <a:defRPr sz="1650" b="0">
                <a:solidFill>
                  <a:srgbClr val="65647A"/>
                </a:solidFill>
                <a:latin typeface="Arial"/>
                <a:ea typeface="Arial"/>
                <a:cs typeface="Arial"/>
              </a:defRPr>
            </a:lvl8pPr>
            <a:lvl9pPr algn="l">
              <a:defRPr sz="1650" b="0">
                <a:solidFill>
                  <a:srgbClr val="65647A"/>
                </a:solidFill>
                <a:latin typeface="Arial"/>
                <a:ea typeface="Arial"/>
                <a:cs typeface="Arial"/>
              </a:defRPr>
            </a:lvl9pPr>
          </a:lstStyle>
          <a:p xmlns:a="http://schemas.openxmlformats.org/drawingml/2006/main">
            <a:pPr algn="l">
              <a:defRPr sz="1650" b="0">
                <a:solidFill>
                  <a:srgbClr val="65647A"/>
                </a:solidFill>
                <a:latin typeface="Arial"/>
                <a:ea typeface="Arial"/>
                <a:cs typeface="Arial"/>
              </a:defRPr>
            </a:pPr>
            <a:r>
              <a:rPr sz="1650" b="0">
                <a:solidFill>
                  <a:srgbClr val="65647A"/>
                </a:solidFill>
                <a:latin typeface="Arial"/>
                <a:ea typeface="Arial"/>
                <a:cs typeface="Arial"/>
              </a:rPr>
              <a:t>Then request fresh dimensions</a:t>
            </a:r>
          </a:p>
        </p:txBody>
      </p:sp>
      <p:sp>
        <p:nvSpPr>
          <p:cNvPr id="12" name="fix-actions">
            <a:extLst xmlns:a="http://schemas.openxmlformats.org/drawingml/2006/main">
              <a:ext uri="{FF2B5EF4-FFF2-40B4-BE49-F238E27FC236}">
                <a16:creationId xmlns:a16="http://schemas.microsoft.com/office/drawing/2014/main" id="{01251CA6-605A-4607-A3F9-CFA6B6CF27ED}"/>
              </a:ext>
            </a:extLst>
          </p:cNvPr>
          <p:cNvSpPr>
            <a:spLocks xmlns:a="http://schemas.openxmlformats.org/drawingml/2006/main" noGrp="1"/>
          </p:cNvSpPr>
          <p:nvPr/>
        </p:nvSpPr>
        <p:spPr>
          <a:xfrm xmlns:a="http://schemas.openxmlformats.org/drawingml/2006/main">
            <a:off x="5905500" y="4676775"/>
            <a:ext cx="466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6947FF"/>
                </a:solidFill>
                <a:latin typeface="Arial"/>
                <a:ea typeface="Arial"/>
                <a:cs typeface="Arial"/>
              </a:defRPr>
            </a:defPPr>
            <a:lvl1pPr algn="l">
              <a:defRPr sz="1875" b="1">
                <a:solidFill>
                  <a:srgbClr val="6947FF"/>
                </a:solidFill>
                <a:latin typeface="Arial"/>
                <a:ea typeface="Arial"/>
                <a:cs typeface="Arial"/>
              </a:defRPr>
            </a:lvl1pPr>
            <a:lvl2pPr algn="l">
              <a:defRPr sz="1875" b="1">
                <a:solidFill>
                  <a:srgbClr val="6947FF"/>
                </a:solidFill>
                <a:latin typeface="Arial"/>
                <a:ea typeface="Arial"/>
                <a:cs typeface="Arial"/>
              </a:defRPr>
            </a:lvl2pPr>
            <a:lvl3pPr algn="l">
              <a:defRPr sz="1875" b="1">
                <a:solidFill>
                  <a:srgbClr val="6947FF"/>
                </a:solidFill>
                <a:latin typeface="Arial"/>
                <a:ea typeface="Arial"/>
                <a:cs typeface="Arial"/>
              </a:defRPr>
            </a:lvl3pPr>
            <a:lvl4pPr algn="l">
              <a:defRPr sz="1875" b="1">
                <a:solidFill>
                  <a:srgbClr val="6947FF"/>
                </a:solidFill>
                <a:latin typeface="Arial"/>
                <a:ea typeface="Arial"/>
                <a:cs typeface="Arial"/>
              </a:defRPr>
            </a:lvl4pPr>
            <a:lvl5pPr algn="l">
              <a:defRPr sz="1875" b="1">
                <a:solidFill>
                  <a:srgbClr val="6947FF"/>
                </a:solidFill>
                <a:latin typeface="Arial"/>
                <a:ea typeface="Arial"/>
                <a:cs typeface="Arial"/>
              </a:defRPr>
            </a:lvl5pPr>
            <a:lvl6pPr algn="l">
              <a:defRPr sz="1875" b="1">
                <a:solidFill>
                  <a:srgbClr val="6947FF"/>
                </a:solidFill>
                <a:latin typeface="Arial"/>
                <a:ea typeface="Arial"/>
                <a:cs typeface="Arial"/>
              </a:defRPr>
            </a:lvl6pPr>
            <a:lvl7pPr algn="l">
              <a:defRPr sz="1875" b="1">
                <a:solidFill>
                  <a:srgbClr val="6947FF"/>
                </a:solidFill>
                <a:latin typeface="Arial"/>
                <a:ea typeface="Arial"/>
                <a:cs typeface="Arial"/>
              </a:defRPr>
            </a:lvl7pPr>
            <a:lvl8pPr algn="l">
              <a:defRPr sz="1875" b="1">
                <a:solidFill>
                  <a:srgbClr val="6947FF"/>
                </a:solidFill>
                <a:latin typeface="Arial"/>
                <a:ea typeface="Arial"/>
                <a:cs typeface="Arial"/>
              </a:defRPr>
            </a:lvl8pPr>
            <a:lvl9pPr algn="l">
              <a:defRPr sz="1875" b="1">
                <a:solidFill>
                  <a:srgbClr val="6947FF"/>
                </a:solidFill>
                <a:latin typeface="Arial"/>
                <a:ea typeface="Arial"/>
                <a:cs typeface="Arial"/>
              </a:defRPr>
            </a:lvl9pPr>
          </a:lstStyle>
          <a:p xmlns:a="http://schemas.openxmlformats.org/drawingml/2006/main">
            <a:pPr algn="l">
              <a:defRPr sz="1875" b="1">
                <a:solidFill>
                  <a:srgbClr val="6947FF"/>
                </a:solidFill>
                <a:latin typeface="Arial"/>
                <a:ea typeface="Arial"/>
                <a:cs typeface="Arial"/>
              </a:defRPr>
            </a:pPr>
            <a:r>
              <a:rPr sz="1875" b="1">
                <a:solidFill>
                  <a:srgbClr val="6947FF"/>
                </a:solidFill>
                <a:latin typeface="Arial"/>
                <a:ea typeface="Arial"/>
                <a:cs typeface="Arial"/>
              </a:rPr>
              <a:t>Leaflet: invalidateSize()</a:t>
            </a:r>
          </a:p>
          <a:p xmlns:a="http://schemas.openxmlformats.org/drawingml/2006/main">
            <a:pPr algn="l">
              <a:defRPr sz="1875" b="1">
                <a:solidFill>
                  <a:srgbClr val="6947FF"/>
                </a:solidFill>
                <a:latin typeface="Arial"/>
                <a:ea typeface="Arial"/>
                <a:cs typeface="Arial"/>
              </a:defRPr>
            </a:pPr>
            <a:r>
              <a:rPr sz="1875" b="1">
                <a:solidFill>
                  <a:srgbClr val="6947FF"/>
                </a:solidFill>
                <a:latin typeface="Arial"/>
                <a:ea typeface="Arial"/>
                <a:cs typeface="Arial"/>
              </a:rPr>
              <a:t>MapLibre: resize()</a:t>
            </a:r>
          </a:p>
        </p:txBody>
      </p:sp>
      <p:sp>
        <p:nvSpPr>
          <p:cNvPr id="13" name="fix-highlight">
            <a:extLst xmlns:a="http://schemas.openxmlformats.org/drawingml/2006/main">
              <a:ext uri="{FF2B5EF4-FFF2-40B4-BE49-F238E27FC236}">
                <a16:creationId xmlns:a16="http://schemas.microsoft.com/office/drawing/2014/main" id="{4B9BA017-CCA3-4822-B775-6F8F712CA5A9}"/>
              </a:ext>
            </a:extLst>
          </p:cNvPr>
          <p:cNvSpPr>
            <a:spLocks xmlns:a="http://schemas.openxmlformats.org/drawingml/2006/main" noGrp="1"/>
          </p:cNvSpPr>
          <p:nvPr/>
        </p:nvSpPr>
        <p:spPr>
          <a:xfrm xmlns:a="http://schemas.openxmlformats.org/drawingml/2006/main">
            <a:off x="781050" y="5715000"/>
            <a:ext cx="10191750" cy="19050"/>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14" name="fix-source">
            <a:extLst xmlns:a="http://schemas.openxmlformats.org/drawingml/2006/main">
              <a:ext uri="{FF2B5EF4-FFF2-40B4-BE49-F238E27FC236}">
                <a16:creationId xmlns:a16="http://schemas.microsoft.com/office/drawing/2014/main" id="{559FCF3F-560F-4D71-909D-787940E14157}"/>
              </a:ext>
            </a:extLst>
          </p:cNvPr>
          <p:cNvSpPr>
            <a:spLocks xmlns:a="http://schemas.openxmlformats.org/drawingml/2006/main" noGrp="1"/>
          </p:cNvSpPr>
          <p:nvPr/>
        </p:nvSpPr>
        <p:spPr>
          <a:xfrm xmlns:a="http://schemas.openxmlformats.org/drawingml/2006/main">
            <a:off x="781050" y="58864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5647A"/>
                </a:solidFill>
                <a:latin typeface="Arial"/>
                <a:ea typeface="Arial"/>
                <a:cs typeface="Arial"/>
              </a:defRPr>
            </a:defPPr>
            <a:lvl1pPr algn="l">
              <a:defRPr sz="1425" b="0">
                <a:solidFill>
                  <a:srgbClr val="65647A"/>
                </a:solidFill>
                <a:latin typeface="Arial"/>
                <a:ea typeface="Arial"/>
                <a:cs typeface="Arial"/>
              </a:defRPr>
            </a:lvl1pPr>
            <a:lvl2pPr algn="l">
              <a:defRPr sz="1425" b="0">
                <a:solidFill>
                  <a:srgbClr val="65647A"/>
                </a:solidFill>
                <a:latin typeface="Arial"/>
                <a:ea typeface="Arial"/>
                <a:cs typeface="Arial"/>
              </a:defRPr>
            </a:lvl2pPr>
            <a:lvl3pPr algn="l">
              <a:defRPr sz="1425" b="0">
                <a:solidFill>
                  <a:srgbClr val="65647A"/>
                </a:solidFill>
                <a:latin typeface="Arial"/>
                <a:ea typeface="Arial"/>
                <a:cs typeface="Arial"/>
              </a:defRPr>
            </a:lvl3pPr>
            <a:lvl4pPr algn="l">
              <a:defRPr sz="1425" b="0">
                <a:solidFill>
                  <a:srgbClr val="65647A"/>
                </a:solidFill>
                <a:latin typeface="Arial"/>
                <a:ea typeface="Arial"/>
                <a:cs typeface="Arial"/>
              </a:defRPr>
            </a:lvl4pPr>
            <a:lvl5pPr algn="l">
              <a:defRPr sz="1425" b="0">
                <a:solidFill>
                  <a:srgbClr val="65647A"/>
                </a:solidFill>
                <a:latin typeface="Arial"/>
                <a:ea typeface="Arial"/>
                <a:cs typeface="Arial"/>
              </a:defRPr>
            </a:lvl5pPr>
            <a:lvl6pPr algn="l">
              <a:defRPr sz="1425" b="0">
                <a:solidFill>
                  <a:srgbClr val="65647A"/>
                </a:solidFill>
                <a:latin typeface="Arial"/>
                <a:ea typeface="Arial"/>
                <a:cs typeface="Arial"/>
              </a:defRPr>
            </a:lvl6pPr>
            <a:lvl7pPr algn="l">
              <a:defRPr sz="1425" b="0">
                <a:solidFill>
                  <a:srgbClr val="65647A"/>
                </a:solidFill>
                <a:latin typeface="Arial"/>
                <a:ea typeface="Arial"/>
                <a:cs typeface="Arial"/>
              </a:defRPr>
            </a:lvl7pPr>
            <a:lvl8pPr algn="l">
              <a:defRPr sz="1425" b="0">
                <a:solidFill>
                  <a:srgbClr val="65647A"/>
                </a:solidFill>
                <a:latin typeface="Arial"/>
                <a:ea typeface="Arial"/>
                <a:cs typeface="Arial"/>
              </a:defRPr>
            </a:lvl8pPr>
            <a:lvl9pPr algn="l">
              <a:defRPr sz="1425" b="0">
                <a:solidFill>
                  <a:srgbClr val="65647A"/>
                </a:solidFill>
                <a:latin typeface="Arial"/>
                <a:ea typeface="Arial"/>
                <a:cs typeface="Arial"/>
              </a:defRPr>
            </a:lvl9pPr>
          </a:lstStyle>
          <a:p xmlns:a="http://schemas.openxmlformats.org/drawingml/2006/main">
            <a:pPr algn="l">
              <a:defRPr sz="1425" b="0">
                <a:solidFill>
                  <a:srgbClr val="65647A"/>
                </a:solidFill>
                <a:latin typeface="Arial"/>
                <a:ea typeface="Arial"/>
                <a:cs typeface="Arial"/>
              </a:defRPr>
            </a:pPr>
            <a:r>
              <a:rPr sz="1425" b="0">
                <a:solidFill>
                  <a:srgbClr val="65647A"/>
                </a:solidFill>
                <a:latin typeface="Arial"/>
                <a:ea typeface="Arial"/>
                <a:cs typeface="Arial"/>
              </a:rPr>
              <a:t>Event-day change: map sizing. AI coding tools used: Claude + OpenAI Codex.</a:t>
            </a:r>
          </a:p>
        </p:txBody>
      </p:sp>
    </p:spTree>
    <p:extLst>
      <p:ext uri="{BB962C8B-B14F-4D97-AF65-F5344CB8AC3E}">
        <p14:creationId xmlns:p14="http://schemas.microsoft.com/office/powerpoint/2010/main" val="1612193507"/>
      </p:ext>
    </p:extLst>
  </p:cSld>
</p:sld>
</file>

<file path=ppt/slides/slide7.xml><?xml version="1.0" encoding="utf-8"?>
<p:sld xmlns:p="http://schemas.openxmlformats.org/presentationml/2006/main">
  <p:cSld>
    <p:bg>
      <p:bgPr>
        <a:solidFill xmlns:a="http://schemas.openxmlformats.org/drawingml/2006/main">
          <a:srgbClr val="F7F6FB"/>
        </a:solidFill>
      </p:bgPr>
    </p:bg>
    <p:spTree>
      <p:nvGrpSpPr>
        <p:cNvPr id="1" name=""/>
        <p:cNvGrpSpPr/>
        <p:nvPr/>
      </p:nvGrpSpPr>
      <p:grpSpPr>
        <a:xfrm xmlns:a="http://schemas.openxmlformats.org/drawingml/2006/main"/>
      </p:grpSpPr>
      <p:sp>
        <p:nvSpPr>
          <p:cNvPr id="18" name="accent-7">
            <a:extLst xmlns:a="http://schemas.openxmlformats.org/drawingml/2006/main">
              <a:ext uri="{FF2B5EF4-FFF2-40B4-BE49-F238E27FC236}">
                <a16:creationId xmlns:a16="http://schemas.microsoft.com/office/drawing/2014/main" id="{84F0DB5F-CECE-4A28-8972-318F7B98879B}"/>
              </a:ext>
            </a:extLst>
          </p:cNvPr>
          <p:cNvSpPr>
            <a:spLocks xmlns:a="http://schemas.openxmlformats.org/drawingml/2006/main" noGrp="1"/>
          </p:cNvSpPr>
          <p:nvPr/>
        </p:nvSpPr>
        <p:spPr>
          <a:xfrm xmlns:a="http://schemas.openxmlformats.org/drawingml/2006/main">
            <a:off x="685800" y="628650"/>
            <a:ext cx="400050" cy="47625"/>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2" name="title-7">
            <a:extLst xmlns:a="http://schemas.openxmlformats.org/drawingml/2006/main">
              <a:ext uri="{FF2B5EF4-FFF2-40B4-BE49-F238E27FC236}">
                <a16:creationId xmlns:a16="http://schemas.microsoft.com/office/drawing/2014/main" id="{040250DC-67BF-4AF1-8A8D-A2F43F8F2B8C}"/>
              </a:ext>
            </a:extLst>
          </p:cNvPr>
          <p:cNvSpPr>
            <a:spLocks xmlns:a="http://schemas.openxmlformats.org/drawingml/2006/main" noGrp="1"/>
          </p:cNvSpPr>
          <p:nvPr/>
        </p:nvSpPr>
        <p:spPr>
          <a:xfrm xmlns:a="http://schemas.openxmlformats.org/drawingml/2006/main">
            <a:off x="685800" y="8953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17162B"/>
                </a:solidFill>
                <a:latin typeface="Arial"/>
                <a:ea typeface="Arial"/>
                <a:cs typeface="Arial"/>
              </a:defRPr>
            </a:defPPr>
            <a:lvl1pPr algn="l">
              <a:defRPr sz="3900" b="1">
                <a:solidFill>
                  <a:srgbClr val="17162B"/>
                </a:solidFill>
                <a:latin typeface="Arial"/>
                <a:ea typeface="Arial"/>
                <a:cs typeface="Arial"/>
              </a:defRPr>
            </a:lvl1pPr>
            <a:lvl2pPr algn="l">
              <a:defRPr sz="3900" b="1">
                <a:solidFill>
                  <a:srgbClr val="17162B"/>
                </a:solidFill>
                <a:latin typeface="Arial"/>
                <a:ea typeface="Arial"/>
                <a:cs typeface="Arial"/>
              </a:defRPr>
            </a:lvl2pPr>
            <a:lvl3pPr algn="l">
              <a:defRPr sz="3900" b="1">
                <a:solidFill>
                  <a:srgbClr val="17162B"/>
                </a:solidFill>
                <a:latin typeface="Arial"/>
                <a:ea typeface="Arial"/>
                <a:cs typeface="Arial"/>
              </a:defRPr>
            </a:lvl3pPr>
            <a:lvl4pPr algn="l">
              <a:defRPr sz="3900" b="1">
                <a:solidFill>
                  <a:srgbClr val="17162B"/>
                </a:solidFill>
                <a:latin typeface="Arial"/>
                <a:ea typeface="Arial"/>
                <a:cs typeface="Arial"/>
              </a:defRPr>
            </a:lvl4pPr>
            <a:lvl5pPr algn="l">
              <a:defRPr sz="3900" b="1">
                <a:solidFill>
                  <a:srgbClr val="17162B"/>
                </a:solidFill>
                <a:latin typeface="Arial"/>
                <a:ea typeface="Arial"/>
                <a:cs typeface="Arial"/>
              </a:defRPr>
            </a:lvl5pPr>
            <a:lvl6pPr algn="l">
              <a:defRPr sz="3900" b="1">
                <a:solidFill>
                  <a:srgbClr val="17162B"/>
                </a:solidFill>
                <a:latin typeface="Arial"/>
                <a:ea typeface="Arial"/>
                <a:cs typeface="Arial"/>
              </a:defRPr>
            </a:lvl6pPr>
            <a:lvl7pPr algn="l">
              <a:defRPr sz="3900" b="1">
                <a:solidFill>
                  <a:srgbClr val="17162B"/>
                </a:solidFill>
                <a:latin typeface="Arial"/>
                <a:ea typeface="Arial"/>
                <a:cs typeface="Arial"/>
              </a:defRPr>
            </a:lvl7pPr>
            <a:lvl8pPr algn="l">
              <a:defRPr sz="3900" b="1">
                <a:solidFill>
                  <a:srgbClr val="17162B"/>
                </a:solidFill>
                <a:latin typeface="Arial"/>
                <a:ea typeface="Arial"/>
                <a:cs typeface="Arial"/>
              </a:defRPr>
            </a:lvl8pPr>
            <a:lvl9pPr algn="l">
              <a:defRPr sz="3900" b="1">
                <a:solidFill>
                  <a:srgbClr val="17162B"/>
                </a:solidFill>
                <a:latin typeface="Arial"/>
                <a:ea typeface="Arial"/>
                <a:cs typeface="Arial"/>
              </a:defRPr>
            </a:lvl9pPr>
          </a:lstStyle>
          <a:p xmlns:a="http://schemas.openxmlformats.org/drawingml/2006/main">
            <a:pPr algn="l">
              <a:defRPr sz="3900" b="1">
                <a:solidFill>
                  <a:srgbClr val="17162B"/>
                </a:solidFill>
                <a:latin typeface="Arial"/>
                <a:ea typeface="Arial"/>
                <a:cs typeface="Arial"/>
              </a:defRPr>
            </a:pPr>
            <a:r>
              <a:rPr sz="3900" b="1">
                <a:solidFill>
                  <a:srgbClr val="17162B"/>
                </a:solidFill>
                <a:latin typeface="Arial"/>
                <a:ea typeface="Arial"/>
                <a:cs typeface="Arial"/>
              </a:rPr>
              <a:t>Show uncertainty; keep the promise modest</a:t>
            </a:r>
          </a:p>
        </p:txBody>
      </p:sp>
      <p:sp>
        <p:nvSpPr>
          <p:cNvPr id="3" name="footer-7">
            <a:extLst xmlns:a="http://schemas.openxmlformats.org/drawingml/2006/main">
              <a:ext uri="{FF2B5EF4-FFF2-40B4-BE49-F238E27FC236}">
                <a16:creationId xmlns:a16="http://schemas.microsoft.com/office/drawing/2014/main" id="{B1AEA19A-DAE3-4BD4-A7C8-AD86F83E0237}"/>
              </a:ext>
            </a:extLst>
          </p:cNvPr>
          <p:cNvSpPr>
            <a:spLocks xmlns:a="http://schemas.openxmlformats.org/drawingml/2006/main" noGrp="1"/>
          </p:cNvSpPr>
          <p:nvPr/>
        </p:nvSpPr>
        <p:spPr>
          <a:xfrm xmlns:a="http://schemas.openxmlformats.org/drawingml/2006/main">
            <a:off x="685800" y="64198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65647A"/>
                </a:solidFill>
                <a:latin typeface="Arial"/>
                <a:ea typeface="Arial"/>
                <a:cs typeface="Arial"/>
              </a:defRPr>
            </a:defPPr>
            <a:lvl1pPr algn="l">
              <a:defRPr sz="975" b="1">
                <a:solidFill>
                  <a:srgbClr val="65647A"/>
                </a:solidFill>
                <a:latin typeface="Arial"/>
                <a:ea typeface="Arial"/>
                <a:cs typeface="Arial"/>
              </a:defRPr>
            </a:lvl1pPr>
            <a:lvl2pPr algn="l">
              <a:defRPr sz="975" b="1">
                <a:solidFill>
                  <a:srgbClr val="65647A"/>
                </a:solidFill>
                <a:latin typeface="Arial"/>
                <a:ea typeface="Arial"/>
                <a:cs typeface="Arial"/>
              </a:defRPr>
            </a:lvl2pPr>
            <a:lvl3pPr algn="l">
              <a:defRPr sz="975" b="1">
                <a:solidFill>
                  <a:srgbClr val="65647A"/>
                </a:solidFill>
                <a:latin typeface="Arial"/>
                <a:ea typeface="Arial"/>
                <a:cs typeface="Arial"/>
              </a:defRPr>
            </a:lvl3pPr>
            <a:lvl4pPr algn="l">
              <a:defRPr sz="975" b="1">
                <a:solidFill>
                  <a:srgbClr val="65647A"/>
                </a:solidFill>
                <a:latin typeface="Arial"/>
                <a:ea typeface="Arial"/>
                <a:cs typeface="Arial"/>
              </a:defRPr>
            </a:lvl4pPr>
            <a:lvl5pPr algn="l">
              <a:defRPr sz="975" b="1">
                <a:solidFill>
                  <a:srgbClr val="65647A"/>
                </a:solidFill>
                <a:latin typeface="Arial"/>
                <a:ea typeface="Arial"/>
                <a:cs typeface="Arial"/>
              </a:defRPr>
            </a:lvl5pPr>
            <a:lvl6pPr algn="l">
              <a:defRPr sz="975" b="1">
                <a:solidFill>
                  <a:srgbClr val="65647A"/>
                </a:solidFill>
                <a:latin typeface="Arial"/>
                <a:ea typeface="Arial"/>
                <a:cs typeface="Arial"/>
              </a:defRPr>
            </a:lvl6pPr>
            <a:lvl7pPr algn="l">
              <a:defRPr sz="975" b="1">
                <a:solidFill>
                  <a:srgbClr val="65647A"/>
                </a:solidFill>
                <a:latin typeface="Arial"/>
                <a:ea typeface="Arial"/>
                <a:cs typeface="Arial"/>
              </a:defRPr>
            </a:lvl7pPr>
            <a:lvl8pPr algn="l">
              <a:defRPr sz="975" b="1">
                <a:solidFill>
                  <a:srgbClr val="65647A"/>
                </a:solidFill>
                <a:latin typeface="Arial"/>
                <a:ea typeface="Arial"/>
                <a:cs typeface="Arial"/>
              </a:defRPr>
            </a:lvl8pPr>
            <a:lvl9pPr algn="l">
              <a:defRPr sz="975" b="1">
                <a:solidFill>
                  <a:srgbClr val="65647A"/>
                </a:solidFill>
                <a:latin typeface="Arial"/>
                <a:ea typeface="Arial"/>
                <a:cs typeface="Arial"/>
              </a:defRPr>
            </a:lvl9pPr>
          </a:lstStyle>
          <a:p xmlns:a="http://schemas.openxmlformats.org/drawingml/2006/main">
            <a:pPr algn="l">
              <a:defRPr sz="975" b="1">
                <a:solidFill>
                  <a:srgbClr val="65647A"/>
                </a:solidFill>
                <a:latin typeface="Arial"/>
                <a:ea typeface="Arial"/>
                <a:cs typeface="Arial"/>
              </a:defRPr>
            </a:pPr>
            <a:r>
              <a:rPr sz="975" b="1">
                <a:solidFill>
                  <a:srgbClr val="65647A"/>
                </a:solidFill>
                <a:latin typeface="Arial"/>
                <a:ea typeface="Arial"/>
                <a:cs typeface="Arial"/>
              </a:rPr>
              <a:t>SAFEROUTE  /  HACKTOBER FEST 2026</a:t>
            </a:r>
          </a:p>
        </p:txBody>
      </p:sp>
      <p:sp>
        <p:nvSpPr>
          <p:cNvPr id="4" name="number-7">
            <a:extLst xmlns:a="http://schemas.openxmlformats.org/drawingml/2006/main">
              <a:ext uri="{FF2B5EF4-FFF2-40B4-BE49-F238E27FC236}">
                <a16:creationId xmlns:a16="http://schemas.microsoft.com/office/drawing/2014/main" id="{F9C73BB0-9CF1-4F03-A33B-49497D35190B}"/>
              </a:ext>
            </a:extLst>
          </p:cNvPr>
          <p:cNvSpPr>
            <a:spLocks xmlns:a="http://schemas.openxmlformats.org/drawingml/2006/main" noGrp="1"/>
          </p:cNvSpPr>
          <p:nvPr/>
        </p:nvSpPr>
        <p:spPr>
          <a:xfrm xmlns:a="http://schemas.openxmlformats.org/drawingml/2006/main">
            <a:off x="11001375" y="63817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65647A"/>
                </a:solidFill>
                <a:latin typeface="Arial"/>
                <a:ea typeface="Arial"/>
                <a:cs typeface="Arial"/>
              </a:defRPr>
            </a:defPPr>
            <a:lvl1pPr algn="r">
              <a:defRPr sz="1200" b="1">
                <a:solidFill>
                  <a:srgbClr val="65647A"/>
                </a:solidFill>
                <a:latin typeface="Arial"/>
                <a:ea typeface="Arial"/>
                <a:cs typeface="Arial"/>
              </a:defRPr>
            </a:lvl1pPr>
            <a:lvl2pPr algn="r">
              <a:defRPr sz="1200" b="1">
                <a:solidFill>
                  <a:srgbClr val="65647A"/>
                </a:solidFill>
                <a:latin typeface="Arial"/>
                <a:ea typeface="Arial"/>
                <a:cs typeface="Arial"/>
              </a:defRPr>
            </a:lvl2pPr>
            <a:lvl3pPr algn="r">
              <a:defRPr sz="1200" b="1">
                <a:solidFill>
                  <a:srgbClr val="65647A"/>
                </a:solidFill>
                <a:latin typeface="Arial"/>
                <a:ea typeface="Arial"/>
                <a:cs typeface="Arial"/>
              </a:defRPr>
            </a:lvl3pPr>
            <a:lvl4pPr algn="r">
              <a:defRPr sz="1200" b="1">
                <a:solidFill>
                  <a:srgbClr val="65647A"/>
                </a:solidFill>
                <a:latin typeface="Arial"/>
                <a:ea typeface="Arial"/>
                <a:cs typeface="Arial"/>
              </a:defRPr>
            </a:lvl4pPr>
            <a:lvl5pPr algn="r">
              <a:defRPr sz="1200" b="1">
                <a:solidFill>
                  <a:srgbClr val="65647A"/>
                </a:solidFill>
                <a:latin typeface="Arial"/>
                <a:ea typeface="Arial"/>
                <a:cs typeface="Arial"/>
              </a:defRPr>
            </a:lvl5pPr>
            <a:lvl6pPr algn="r">
              <a:defRPr sz="1200" b="1">
                <a:solidFill>
                  <a:srgbClr val="65647A"/>
                </a:solidFill>
                <a:latin typeface="Arial"/>
                <a:ea typeface="Arial"/>
                <a:cs typeface="Arial"/>
              </a:defRPr>
            </a:lvl6pPr>
            <a:lvl7pPr algn="r">
              <a:defRPr sz="1200" b="1">
                <a:solidFill>
                  <a:srgbClr val="65647A"/>
                </a:solidFill>
                <a:latin typeface="Arial"/>
                <a:ea typeface="Arial"/>
                <a:cs typeface="Arial"/>
              </a:defRPr>
            </a:lvl7pPr>
            <a:lvl8pPr algn="r">
              <a:defRPr sz="1200" b="1">
                <a:solidFill>
                  <a:srgbClr val="65647A"/>
                </a:solidFill>
                <a:latin typeface="Arial"/>
                <a:ea typeface="Arial"/>
                <a:cs typeface="Arial"/>
              </a:defRPr>
            </a:lvl8pPr>
            <a:lvl9pPr algn="r">
              <a:defRPr sz="1200" b="1">
                <a:solidFill>
                  <a:srgbClr val="65647A"/>
                </a:solidFill>
                <a:latin typeface="Arial"/>
                <a:ea typeface="Arial"/>
                <a:cs typeface="Arial"/>
              </a:defRPr>
            </a:lvl9pPr>
          </a:lstStyle>
          <a:p xmlns:a="http://schemas.openxmlformats.org/drawingml/2006/main">
            <a:pPr algn="r">
              <a:defRPr sz="1200" b="1">
                <a:solidFill>
                  <a:srgbClr val="65647A"/>
                </a:solidFill>
                <a:latin typeface="Arial"/>
                <a:ea typeface="Arial"/>
                <a:cs typeface="Arial"/>
              </a:defRPr>
            </a:pPr>
            <a:r>
              <a:rPr sz="1200" b="1">
                <a:solidFill>
                  <a:srgbClr val="65647A"/>
                </a:solidFill>
                <a:latin typeface="Arial"/>
                <a:ea typeface="Arial"/>
                <a:cs typeface="Arial"/>
              </a:rPr>
              <a:t>07</a:t>
            </a:r>
          </a:p>
        </p:txBody>
      </p:sp>
      <p:sp>
        <p:nvSpPr>
          <p:cNvPr id="5" name="limits-lead">
            <a:extLst xmlns:a="http://schemas.openxmlformats.org/drawingml/2006/main">
              <a:ext uri="{FF2B5EF4-FFF2-40B4-BE49-F238E27FC236}">
                <a16:creationId xmlns:a16="http://schemas.microsoft.com/office/drawing/2014/main" id="{E77304C2-519D-45B5-8BA7-260FB5D15961}"/>
              </a:ext>
            </a:extLst>
          </p:cNvPr>
          <p:cNvSpPr>
            <a:spLocks xmlns:a="http://schemas.openxmlformats.org/drawingml/2006/main" noGrp="1"/>
          </p:cNvSpPr>
          <p:nvPr/>
        </p:nvSpPr>
        <p:spPr>
          <a:xfrm xmlns:a="http://schemas.openxmlformats.org/drawingml/2006/main">
            <a:off x="781050" y="180975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6947FF"/>
                </a:solidFill>
                <a:latin typeface="Arial"/>
                <a:ea typeface="Arial"/>
                <a:cs typeface="Arial"/>
              </a:defRPr>
            </a:defPPr>
            <a:lvl1pPr algn="l">
              <a:defRPr sz="2250" b="1">
                <a:solidFill>
                  <a:srgbClr val="6947FF"/>
                </a:solidFill>
                <a:latin typeface="Arial"/>
                <a:ea typeface="Arial"/>
                <a:cs typeface="Arial"/>
              </a:defRPr>
            </a:lvl1pPr>
            <a:lvl2pPr algn="l">
              <a:defRPr sz="2250" b="1">
                <a:solidFill>
                  <a:srgbClr val="6947FF"/>
                </a:solidFill>
                <a:latin typeface="Arial"/>
                <a:ea typeface="Arial"/>
                <a:cs typeface="Arial"/>
              </a:defRPr>
            </a:lvl2pPr>
            <a:lvl3pPr algn="l">
              <a:defRPr sz="2250" b="1">
                <a:solidFill>
                  <a:srgbClr val="6947FF"/>
                </a:solidFill>
                <a:latin typeface="Arial"/>
                <a:ea typeface="Arial"/>
                <a:cs typeface="Arial"/>
              </a:defRPr>
            </a:lvl3pPr>
            <a:lvl4pPr algn="l">
              <a:defRPr sz="2250" b="1">
                <a:solidFill>
                  <a:srgbClr val="6947FF"/>
                </a:solidFill>
                <a:latin typeface="Arial"/>
                <a:ea typeface="Arial"/>
                <a:cs typeface="Arial"/>
              </a:defRPr>
            </a:lvl4pPr>
            <a:lvl5pPr algn="l">
              <a:defRPr sz="2250" b="1">
                <a:solidFill>
                  <a:srgbClr val="6947FF"/>
                </a:solidFill>
                <a:latin typeface="Arial"/>
                <a:ea typeface="Arial"/>
                <a:cs typeface="Arial"/>
              </a:defRPr>
            </a:lvl5pPr>
            <a:lvl6pPr algn="l">
              <a:defRPr sz="2250" b="1">
                <a:solidFill>
                  <a:srgbClr val="6947FF"/>
                </a:solidFill>
                <a:latin typeface="Arial"/>
                <a:ea typeface="Arial"/>
                <a:cs typeface="Arial"/>
              </a:defRPr>
            </a:lvl6pPr>
            <a:lvl7pPr algn="l">
              <a:defRPr sz="2250" b="1">
                <a:solidFill>
                  <a:srgbClr val="6947FF"/>
                </a:solidFill>
                <a:latin typeface="Arial"/>
                <a:ea typeface="Arial"/>
                <a:cs typeface="Arial"/>
              </a:defRPr>
            </a:lvl7pPr>
            <a:lvl8pPr algn="l">
              <a:defRPr sz="2250" b="1">
                <a:solidFill>
                  <a:srgbClr val="6947FF"/>
                </a:solidFill>
                <a:latin typeface="Arial"/>
                <a:ea typeface="Arial"/>
                <a:cs typeface="Arial"/>
              </a:defRPr>
            </a:lvl8pPr>
            <a:lvl9pPr algn="l">
              <a:defRPr sz="2250" b="1">
                <a:solidFill>
                  <a:srgbClr val="6947FF"/>
                </a:solidFill>
                <a:latin typeface="Arial"/>
                <a:ea typeface="Arial"/>
                <a:cs typeface="Arial"/>
              </a:defRPr>
            </a:lvl9pPr>
          </a:lstStyle>
          <a:p xmlns:a="http://schemas.openxmlformats.org/drawingml/2006/main">
            <a:pPr algn="l">
              <a:defRPr sz="2250" b="1">
                <a:solidFill>
                  <a:srgbClr val="6947FF"/>
                </a:solidFill>
                <a:latin typeface="Arial"/>
                <a:ea typeface="Arial"/>
                <a:cs typeface="Arial"/>
              </a:defRPr>
            </a:pPr>
            <a:r>
              <a:rPr sz="2250" b="1">
                <a:solidFill>
                  <a:srgbClr val="6947FF"/>
                </a:solidFill>
                <a:latin typeface="Arial"/>
                <a:ea typeface="Arial"/>
                <a:cs typeface="Arial"/>
              </a:rPr>
              <a:t>SafeRoute compares evidence. It cannot guarantee a safe trip.</a:t>
            </a:r>
          </a:p>
        </p:txBody>
      </p:sp>
      <p:sp>
        <p:nvSpPr>
          <p:cNvPr id="6" name="limit-label-0">
            <a:extLst xmlns:a="http://schemas.openxmlformats.org/drawingml/2006/main">
              <a:ext uri="{FF2B5EF4-FFF2-40B4-BE49-F238E27FC236}">
                <a16:creationId xmlns:a16="http://schemas.microsoft.com/office/drawing/2014/main" id="{9C8030D4-F723-472D-914B-9EC0F81EE219}"/>
              </a:ext>
            </a:extLst>
          </p:cNvPr>
          <p:cNvSpPr>
            <a:spLocks xmlns:a="http://schemas.openxmlformats.org/drawingml/2006/main" noGrp="1"/>
          </p:cNvSpPr>
          <p:nvPr/>
        </p:nvSpPr>
        <p:spPr>
          <a:xfrm xmlns:a="http://schemas.openxmlformats.org/drawingml/2006/main">
            <a:off x="800100" y="2724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04438"/>
                </a:solidFill>
                <a:latin typeface="Arial"/>
                <a:ea typeface="Arial"/>
                <a:cs typeface="Arial"/>
              </a:defRPr>
            </a:defPPr>
            <a:lvl1pPr algn="l">
              <a:defRPr sz="1275" b="1">
                <a:solidFill>
                  <a:srgbClr val="F04438"/>
                </a:solidFill>
                <a:latin typeface="Arial"/>
                <a:ea typeface="Arial"/>
                <a:cs typeface="Arial"/>
              </a:defRPr>
            </a:lvl1pPr>
            <a:lvl2pPr algn="l">
              <a:defRPr sz="1275" b="1">
                <a:solidFill>
                  <a:srgbClr val="F04438"/>
                </a:solidFill>
                <a:latin typeface="Arial"/>
                <a:ea typeface="Arial"/>
                <a:cs typeface="Arial"/>
              </a:defRPr>
            </a:lvl2pPr>
            <a:lvl3pPr algn="l">
              <a:defRPr sz="1275" b="1">
                <a:solidFill>
                  <a:srgbClr val="F04438"/>
                </a:solidFill>
                <a:latin typeface="Arial"/>
                <a:ea typeface="Arial"/>
                <a:cs typeface="Arial"/>
              </a:defRPr>
            </a:lvl3pPr>
            <a:lvl4pPr algn="l">
              <a:defRPr sz="1275" b="1">
                <a:solidFill>
                  <a:srgbClr val="F04438"/>
                </a:solidFill>
                <a:latin typeface="Arial"/>
                <a:ea typeface="Arial"/>
                <a:cs typeface="Arial"/>
              </a:defRPr>
            </a:lvl4pPr>
            <a:lvl5pPr algn="l">
              <a:defRPr sz="1275" b="1">
                <a:solidFill>
                  <a:srgbClr val="F04438"/>
                </a:solidFill>
                <a:latin typeface="Arial"/>
                <a:ea typeface="Arial"/>
                <a:cs typeface="Arial"/>
              </a:defRPr>
            </a:lvl5pPr>
            <a:lvl6pPr algn="l">
              <a:defRPr sz="1275" b="1">
                <a:solidFill>
                  <a:srgbClr val="F04438"/>
                </a:solidFill>
                <a:latin typeface="Arial"/>
                <a:ea typeface="Arial"/>
                <a:cs typeface="Arial"/>
              </a:defRPr>
            </a:lvl6pPr>
            <a:lvl7pPr algn="l">
              <a:defRPr sz="1275" b="1">
                <a:solidFill>
                  <a:srgbClr val="F04438"/>
                </a:solidFill>
                <a:latin typeface="Arial"/>
                <a:ea typeface="Arial"/>
                <a:cs typeface="Arial"/>
              </a:defRPr>
            </a:lvl7pPr>
            <a:lvl8pPr algn="l">
              <a:defRPr sz="1275" b="1">
                <a:solidFill>
                  <a:srgbClr val="F04438"/>
                </a:solidFill>
                <a:latin typeface="Arial"/>
                <a:ea typeface="Arial"/>
                <a:cs typeface="Arial"/>
              </a:defRPr>
            </a:lvl8pPr>
            <a:lvl9pPr algn="l">
              <a:defRPr sz="1275" b="1">
                <a:solidFill>
                  <a:srgbClr val="F04438"/>
                </a:solidFill>
                <a:latin typeface="Arial"/>
                <a:ea typeface="Arial"/>
                <a:cs typeface="Arial"/>
              </a:defRPr>
            </a:lvl9pPr>
          </a:lstStyle>
          <a:p xmlns:a="http://schemas.openxmlformats.org/drawingml/2006/main">
            <a:pPr algn="l">
              <a:defRPr sz="1275" b="1">
                <a:solidFill>
                  <a:srgbClr val="F04438"/>
                </a:solidFill>
                <a:latin typeface="Arial"/>
                <a:ea typeface="Arial"/>
                <a:cs typeface="Arial"/>
              </a:defRPr>
            </a:pPr>
            <a:r>
              <a:rPr sz="1275" b="1">
                <a:solidFill>
                  <a:srgbClr val="F04438"/>
                </a:solidFill>
                <a:latin typeface="Arial"/>
                <a:ea typeface="Arial"/>
                <a:cs typeface="Arial"/>
              </a:rPr>
              <a:t>NO DATA</a:t>
            </a:r>
          </a:p>
        </p:txBody>
      </p:sp>
      <p:sp>
        <p:nvSpPr>
          <p:cNvPr id="7" name="limit-desc-0">
            <a:extLst xmlns:a="http://schemas.openxmlformats.org/drawingml/2006/main">
              <a:ext uri="{FF2B5EF4-FFF2-40B4-BE49-F238E27FC236}">
                <a16:creationId xmlns:a16="http://schemas.microsoft.com/office/drawing/2014/main" id="{1B390276-8DC5-4E26-B1DE-6A197AA2C559}"/>
              </a:ext>
            </a:extLst>
          </p:cNvPr>
          <p:cNvSpPr>
            <a:spLocks xmlns:a="http://schemas.openxmlformats.org/drawingml/2006/main" noGrp="1"/>
          </p:cNvSpPr>
          <p:nvPr/>
        </p:nvSpPr>
        <p:spPr>
          <a:xfrm xmlns:a="http://schemas.openxmlformats.org/drawingml/2006/main">
            <a:off x="3048000" y="27051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5647A"/>
                </a:solidFill>
                <a:latin typeface="Arial"/>
                <a:ea typeface="Arial"/>
                <a:cs typeface="Arial"/>
              </a:defRPr>
            </a:defPPr>
            <a:lvl1pPr algn="l">
              <a:defRPr sz="1650" b="0">
                <a:solidFill>
                  <a:srgbClr val="65647A"/>
                </a:solidFill>
                <a:latin typeface="Arial"/>
                <a:ea typeface="Arial"/>
                <a:cs typeface="Arial"/>
              </a:defRPr>
            </a:lvl1pPr>
            <a:lvl2pPr algn="l">
              <a:defRPr sz="1650" b="0">
                <a:solidFill>
                  <a:srgbClr val="65647A"/>
                </a:solidFill>
                <a:latin typeface="Arial"/>
                <a:ea typeface="Arial"/>
                <a:cs typeface="Arial"/>
              </a:defRPr>
            </a:lvl2pPr>
            <a:lvl3pPr algn="l">
              <a:defRPr sz="1650" b="0">
                <a:solidFill>
                  <a:srgbClr val="65647A"/>
                </a:solidFill>
                <a:latin typeface="Arial"/>
                <a:ea typeface="Arial"/>
                <a:cs typeface="Arial"/>
              </a:defRPr>
            </a:lvl3pPr>
            <a:lvl4pPr algn="l">
              <a:defRPr sz="1650" b="0">
                <a:solidFill>
                  <a:srgbClr val="65647A"/>
                </a:solidFill>
                <a:latin typeface="Arial"/>
                <a:ea typeface="Arial"/>
                <a:cs typeface="Arial"/>
              </a:defRPr>
            </a:lvl4pPr>
            <a:lvl5pPr algn="l">
              <a:defRPr sz="1650" b="0">
                <a:solidFill>
                  <a:srgbClr val="65647A"/>
                </a:solidFill>
                <a:latin typeface="Arial"/>
                <a:ea typeface="Arial"/>
                <a:cs typeface="Arial"/>
              </a:defRPr>
            </a:lvl5pPr>
            <a:lvl6pPr algn="l">
              <a:defRPr sz="1650" b="0">
                <a:solidFill>
                  <a:srgbClr val="65647A"/>
                </a:solidFill>
                <a:latin typeface="Arial"/>
                <a:ea typeface="Arial"/>
                <a:cs typeface="Arial"/>
              </a:defRPr>
            </a:lvl6pPr>
            <a:lvl7pPr algn="l">
              <a:defRPr sz="1650" b="0">
                <a:solidFill>
                  <a:srgbClr val="65647A"/>
                </a:solidFill>
                <a:latin typeface="Arial"/>
                <a:ea typeface="Arial"/>
                <a:cs typeface="Arial"/>
              </a:defRPr>
            </a:lvl7pPr>
            <a:lvl8pPr algn="l">
              <a:defRPr sz="1650" b="0">
                <a:solidFill>
                  <a:srgbClr val="65647A"/>
                </a:solidFill>
                <a:latin typeface="Arial"/>
                <a:ea typeface="Arial"/>
                <a:cs typeface="Arial"/>
              </a:defRPr>
            </a:lvl8pPr>
            <a:lvl9pPr algn="l">
              <a:defRPr sz="1650" b="0">
                <a:solidFill>
                  <a:srgbClr val="65647A"/>
                </a:solidFill>
                <a:latin typeface="Arial"/>
                <a:ea typeface="Arial"/>
                <a:cs typeface="Arial"/>
              </a:defRPr>
            </a:lvl9pPr>
          </a:lstStyle>
          <a:p xmlns:a="http://schemas.openxmlformats.org/drawingml/2006/main">
            <a:pPr algn="l">
              <a:defRPr sz="1650" b="0">
                <a:solidFill>
                  <a:srgbClr val="65647A"/>
                </a:solidFill>
                <a:latin typeface="Arial"/>
                <a:ea typeface="Arial"/>
                <a:cs typeface="Arial"/>
              </a:defRPr>
            </a:pPr>
            <a:r>
              <a:rPr sz="1650" b="0">
                <a:solidFill>
                  <a:srgbClr val="65647A"/>
                </a:solidFill>
                <a:latin typeface="Arial"/>
                <a:ea typeface="Arial"/>
                <a:cs typeface="Arial"/>
              </a:rPr>
              <a:t>Means the street is not measured well enough to rate; it does not mean unsafe.</a:t>
            </a:r>
          </a:p>
        </p:txBody>
      </p:sp>
      <p:sp>
        <p:nvSpPr>
          <p:cNvPr id="8" name="limit-rule-0">
            <a:extLst xmlns:a="http://schemas.openxmlformats.org/drawingml/2006/main">
              <a:ext uri="{FF2B5EF4-FFF2-40B4-BE49-F238E27FC236}">
                <a16:creationId xmlns:a16="http://schemas.microsoft.com/office/drawing/2014/main" id="{B93BF03F-2E5B-4274-97D4-B71EFAEE498D}"/>
              </a:ext>
            </a:extLst>
          </p:cNvPr>
          <p:cNvSpPr>
            <a:spLocks xmlns:a="http://schemas.openxmlformats.org/drawingml/2006/main" noGrp="1"/>
          </p:cNvSpPr>
          <p:nvPr/>
        </p:nvSpPr>
        <p:spPr>
          <a:xfrm xmlns:a="http://schemas.openxmlformats.org/drawingml/2006/main">
            <a:off x="800100" y="3219450"/>
            <a:ext cx="10287000" cy="9525"/>
          </a:xfrm>
          <a:prstGeom xmlns:a="http://schemas.openxmlformats.org/drawingml/2006/main" prst="rect">
            <a:avLst/>
          </a:prstGeom>
          <a:solidFill xmlns:a="http://schemas.openxmlformats.org/drawingml/2006/main">
            <a:srgbClr val="DEDBE8"/>
          </a:solidFill>
          <a:ln xmlns:a="http://schemas.openxmlformats.org/drawingml/2006/main" w="0">
            <a:noFill/>
            <a:prstDash val="solid"/>
          </a:ln>
        </p:spPr>
      </p:sp>
      <p:sp>
        <p:nvSpPr>
          <p:cNvPr id="9" name="limit-label-1">
            <a:extLst xmlns:a="http://schemas.openxmlformats.org/drawingml/2006/main">
              <a:ext uri="{FF2B5EF4-FFF2-40B4-BE49-F238E27FC236}">
                <a16:creationId xmlns:a16="http://schemas.microsoft.com/office/drawing/2014/main" id="{4F5F3567-6355-44DA-9E93-C08A96FA6B96}"/>
              </a:ext>
            </a:extLst>
          </p:cNvPr>
          <p:cNvSpPr>
            <a:spLocks xmlns:a="http://schemas.openxmlformats.org/drawingml/2006/main" noGrp="1"/>
          </p:cNvSpPr>
          <p:nvPr/>
        </p:nvSpPr>
        <p:spPr>
          <a:xfrm xmlns:a="http://schemas.openxmlformats.org/drawingml/2006/main">
            <a:off x="800100" y="34480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7162B"/>
                </a:solidFill>
                <a:latin typeface="Arial"/>
                <a:ea typeface="Arial"/>
                <a:cs typeface="Arial"/>
              </a:defRPr>
            </a:defPPr>
            <a:lvl1pPr algn="l">
              <a:defRPr sz="1275" b="1">
                <a:solidFill>
                  <a:srgbClr val="17162B"/>
                </a:solidFill>
                <a:latin typeface="Arial"/>
                <a:ea typeface="Arial"/>
                <a:cs typeface="Arial"/>
              </a:defRPr>
            </a:lvl1pPr>
            <a:lvl2pPr algn="l">
              <a:defRPr sz="1275" b="1">
                <a:solidFill>
                  <a:srgbClr val="17162B"/>
                </a:solidFill>
                <a:latin typeface="Arial"/>
                <a:ea typeface="Arial"/>
                <a:cs typeface="Arial"/>
              </a:defRPr>
            </a:lvl2pPr>
            <a:lvl3pPr algn="l">
              <a:defRPr sz="1275" b="1">
                <a:solidFill>
                  <a:srgbClr val="17162B"/>
                </a:solidFill>
                <a:latin typeface="Arial"/>
                <a:ea typeface="Arial"/>
                <a:cs typeface="Arial"/>
              </a:defRPr>
            </a:lvl3pPr>
            <a:lvl4pPr algn="l">
              <a:defRPr sz="1275" b="1">
                <a:solidFill>
                  <a:srgbClr val="17162B"/>
                </a:solidFill>
                <a:latin typeface="Arial"/>
                <a:ea typeface="Arial"/>
                <a:cs typeface="Arial"/>
              </a:defRPr>
            </a:lvl4pPr>
            <a:lvl5pPr algn="l">
              <a:defRPr sz="1275" b="1">
                <a:solidFill>
                  <a:srgbClr val="17162B"/>
                </a:solidFill>
                <a:latin typeface="Arial"/>
                <a:ea typeface="Arial"/>
                <a:cs typeface="Arial"/>
              </a:defRPr>
            </a:lvl5pPr>
            <a:lvl6pPr algn="l">
              <a:defRPr sz="1275" b="1">
                <a:solidFill>
                  <a:srgbClr val="17162B"/>
                </a:solidFill>
                <a:latin typeface="Arial"/>
                <a:ea typeface="Arial"/>
                <a:cs typeface="Arial"/>
              </a:defRPr>
            </a:lvl6pPr>
            <a:lvl7pPr algn="l">
              <a:defRPr sz="1275" b="1">
                <a:solidFill>
                  <a:srgbClr val="17162B"/>
                </a:solidFill>
                <a:latin typeface="Arial"/>
                <a:ea typeface="Arial"/>
                <a:cs typeface="Arial"/>
              </a:defRPr>
            </a:lvl7pPr>
            <a:lvl8pPr algn="l">
              <a:defRPr sz="1275" b="1">
                <a:solidFill>
                  <a:srgbClr val="17162B"/>
                </a:solidFill>
                <a:latin typeface="Arial"/>
                <a:ea typeface="Arial"/>
                <a:cs typeface="Arial"/>
              </a:defRPr>
            </a:lvl8pPr>
            <a:lvl9pPr algn="l">
              <a:defRPr sz="1275" b="1">
                <a:solidFill>
                  <a:srgbClr val="17162B"/>
                </a:solidFill>
                <a:latin typeface="Arial"/>
                <a:ea typeface="Arial"/>
                <a:cs typeface="Arial"/>
              </a:defRPr>
            </a:lvl9pPr>
          </a:lstStyle>
          <a:p xmlns:a="http://schemas.openxmlformats.org/drawingml/2006/main">
            <a:pPr algn="l">
              <a:defRPr sz="1275" b="1">
                <a:solidFill>
                  <a:srgbClr val="17162B"/>
                </a:solidFill>
                <a:latin typeface="Arial"/>
                <a:ea typeface="Arial"/>
                <a:cs typeface="Arial"/>
              </a:defRPr>
            </a:pPr>
            <a:r>
              <a:rPr sz="1275" b="1">
                <a:solidFill>
                  <a:srgbClr val="17162B"/>
                </a:solidFill>
                <a:latin typeface="Arial"/>
                <a:ea typeface="Arial"/>
                <a:cs typeface="Arial"/>
              </a:rPr>
              <a:t>REPORTS</a:t>
            </a:r>
          </a:p>
        </p:txBody>
      </p:sp>
      <p:sp>
        <p:nvSpPr>
          <p:cNvPr id="10" name="limit-desc-1">
            <a:extLst xmlns:a="http://schemas.openxmlformats.org/drawingml/2006/main">
              <a:ext uri="{FF2B5EF4-FFF2-40B4-BE49-F238E27FC236}">
                <a16:creationId xmlns:a16="http://schemas.microsoft.com/office/drawing/2014/main" id="{C53528A5-C857-4B38-904F-3667AD2CA988}"/>
              </a:ext>
            </a:extLst>
          </p:cNvPr>
          <p:cNvSpPr>
            <a:spLocks xmlns:a="http://schemas.openxmlformats.org/drawingml/2006/main" noGrp="1"/>
          </p:cNvSpPr>
          <p:nvPr/>
        </p:nvSpPr>
        <p:spPr>
          <a:xfrm xmlns:a="http://schemas.openxmlformats.org/drawingml/2006/main">
            <a:off x="3048000" y="34290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5647A"/>
                </a:solidFill>
                <a:latin typeface="Arial"/>
                <a:ea typeface="Arial"/>
                <a:cs typeface="Arial"/>
              </a:defRPr>
            </a:defPPr>
            <a:lvl1pPr algn="l">
              <a:defRPr sz="1650" b="0">
                <a:solidFill>
                  <a:srgbClr val="65647A"/>
                </a:solidFill>
                <a:latin typeface="Arial"/>
                <a:ea typeface="Arial"/>
                <a:cs typeface="Arial"/>
              </a:defRPr>
            </a:lvl1pPr>
            <a:lvl2pPr algn="l">
              <a:defRPr sz="1650" b="0">
                <a:solidFill>
                  <a:srgbClr val="65647A"/>
                </a:solidFill>
                <a:latin typeface="Arial"/>
                <a:ea typeface="Arial"/>
                <a:cs typeface="Arial"/>
              </a:defRPr>
            </a:lvl2pPr>
            <a:lvl3pPr algn="l">
              <a:defRPr sz="1650" b="0">
                <a:solidFill>
                  <a:srgbClr val="65647A"/>
                </a:solidFill>
                <a:latin typeface="Arial"/>
                <a:ea typeface="Arial"/>
                <a:cs typeface="Arial"/>
              </a:defRPr>
            </a:lvl3pPr>
            <a:lvl4pPr algn="l">
              <a:defRPr sz="1650" b="0">
                <a:solidFill>
                  <a:srgbClr val="65647A"/>
                </a:solidFill>
                <a:latin typeface="Arial"/>
                <a:ea typeface="Arial"/>
                <a:cs typeface="Arial"/>
              </a:defRPr>
            </a:lvl4pPr>
            <a:lvl5pPr algn="l">
              <a:defRPr sz="1650" b="0">
                <a:solidFill>
                  <a:srgbClr val="65647A"/>
                </a:solidFill>
                <a:latin typeface="Arial"/>
                <a:ea typeface="Arial"/>
                <a:cs typeface="Arial"/>
              </a:defRPr>
            </a:lvl5pPr>
            <a:lvl6pPr algn="l">
              <a:defRPr sz="1650" b="0">
                <a:solidFill>
                  <a:srgbClr val="65647A"/>
                </a:solidFill>
                <a:latin typeface="Arial"/>
                <a:ea typeface="Arial"/>
                <a:cs typeface="Arial"/>
              </a:defRPr>
            </a:lvl6pPr>
            <a:lvl7pPr algn="l">
              <a:defRPr sz="1650" b="0">
                <a:solidFill>
                  <a:srgbClr val="65647A"/>
                </a:solidFill>
                <a:latin typeface="Arial"/>
                <a:ea typeface="Arial"/>
                <a:cs typeface="Arial"/>
              </a:defRPr>
            </a:lvl7pPr>
            <a:lvl8pPr algn="l">
              <a:defRPr sz="1650" b="0">
                <a:solidFill>
                  <a:srgbClr val="65647A"/>
                </a:solidFill>
                <a:latin typeface="Arial"/>
                <a:ea typeface="Arial"/>
                <a:cs typeface="Arial"/>
              </a:defRPr>
            </a:lvl8pPr>
            <a:lvl9pPr algn="l">
              <a:defRPr sz="1650" b="0">
                <a:solidFill>
                  <a:srgbClr val="65647A"/>
                </a:solidFill>
                <a:latin typeface="Arial"/>
                <a:ea typeface="Arial"/>
                <a:cs typeface="Arial"/>
              </a:defRPr>
            </a:lvl9pPr>
          </a:lstStyle>
          <a:p xmlns:a="http://schemas.openxmlformats.org/drawingml/2006/main">
            <a:pPr algn="l">
              <a:defRPr sz="1650" b="0">
                <a:solidFill>
                  <a:srgbClr val="65647A"/>
                </a:solidFill>
                <a:latin typeface="Arial"/>
                <a:ea typeface="Arial"/>
                <a:cs typeface="Arial"/>
              </a:defRPr>
            </a:pPr>
            <a:r>
              <a:rPr sz="1650" b="0">
                <a:solidFill>
                  <a:srgbClr val="65647A"/>
                </a:solidFill>
                <a:latin typeface="Arial"/>
                <a:ea typeface="Arial"/>
                <a:cs typeface="Arial"/>
              </a:rPr>
              <a:t>Community observations can be stale or incomplete; confidence and age matter.</a:t>
            </a:r>
          </a:p>
        </p:txBody>
      </p:sp>
      <p:sp>
        <p:nvSpPr>
          <p:cNvPr id="11" name="limit-rule-1">
            <a:extLst xmlns:a="http://schemas.openxmlformats.org/drawingml/2006/main">
              <a:ext uri="{FF2B5EF4-FFF2-40B4-BE49-F238E27FC236}">
                <a16:creationId xmlns:a16="http://schemas.microsoft.com/office/drawing/2014/main" id="{7E0B4677-7A43-4E83-93B8-2EAA7B6F892F}"/>
              </a:ext>
            </a:extLst>
          </p:cNvPr>
          <p:cNvSpPr>
            <a:spLocks xmlns:a="http://schemas.openxmlformats.org/drawingml/2006/main" noGrp="1"/>
          </p:cNvSpPr>
          <p:nvPr/>
        </p:nvSpPr>
        <p:spPr>
          <a:xfrm xmlns:a="http://schemas.openxmlformats.org/drawingml/2006/main">
            <a:off x="800100" y="3943350"/>
            <a:ext cx="10287000" cy="9525"/>
          </a:xfrm>
          <a:prstGeom xmlns:a="http://schemas.openxmlformats.org/drawingml/2006/main" prst="rect">
            <a:avLst/>
          </a:prstGeom>
          <a:solidFill xmlns:a="http://schemas.openxmlformats.org/drawingml/2006/main">
            <a:srgbClr val="DEDBE8"/>
          </a:solidFill>
          <a:ln xmlns:a="http://schemas.openxmlformats.org/drawingml/2006/main" w="0">
            <a:noFill/>
            <a:prstDash val="solid"/>
          </a:ln>
        </p:spPr>
      </p:sp>
      <p:sp>
        <p:nvSpPr>
          <p:cNvPr id="12" name="limit-label-2">
            <a:extLst xmlns:a="http://schemas.openxmlformats.org/drawingml/2006/main">
              <a:ext uri="{FF2B5EF4-FFF2-40B4-BE49-F238E27FC236}">
                <a16:creationId xmlns:a16="http://schemas.microsoft.com/office/drawing/2014/main" id="{2DC4F98B-84A3-4DE8-A486-EAE3F9EA643D}"/>
              </a:ext>
            </a:extLst>
          </p:cNvPr>
          <p:cNvSpPr>
            <a:spLocks xmlns:a="http://schemas.openxmlformats.org/drawingml/2006/main" noGrp="1"/>
          </p:cNvSpPr>
          <p:nvPr/>
        </p:nvSpPr>
        <p:spPr>
          <a:xfrm xmlns:a="http://schemas.openxmlformats.org/drawingml/2006/main">
            <a:off x="800100" y="41719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7162B"/>
                </a:solidFill>
                <a:latin typeface="Arial"/>
                <a:ea typeface="Arial"/>
                <a:cs typeface="Arial"/>
              </a:defRPr>
            </a:defPPr>
            <a:lvl1pPr algn="l">
              <a:defRPr sz="1275" b="1">
                <a:solidFill>
                  <a:srgbClr val="17162B"/>
                </a:solidFill>
                <a:latin typeface="Arial"/>
                <a:ea typeface="Arial"/>
                <a:cs typeface="Arial"/>
              </a:defRPr>
            </a:lvl1pPr>
            <a:lvl2pPr algn="l">
              <a:defRPr sz="1275" b="1">
                <a:solidFill>
                  <a:srgbClr val="17162B"/>
                </a:solidFill>
                <a:latin typeface="Arial"/>
                <a:ea typeface="Arial"/>
                <a:cs typeface="Arial"/>
              </a:defRPr>
            </a:lvl2pPr>
            <a:lvl3pPr algn="l">
              <a:defRPr sz="1275" b="1">
                <a:solidFill>
                  <a:srgbClr val="17162B"/>
                </a:solidFill>
                <a:latin typeface="Arial"/>
                <a:ea typeface="Arial"/>
                <a:cs typeface="Arial"/>
              </a:defRPr>
            </a:lvl3pPr>
            <a:lvl4pPr algn="l">
              <a:defRPr sz="1275" b="1">
                <a:solidFill>
                  <a:srgbClr val="17162B"/>
                </a:solidFill>
                <a:latin typeface="Arial"/>
                <a:ea typeface="Arial"/>
                <a:cs typeface="Arial"/>
              </a:defRPr>
            </a:lvl4pPr>
            <a:lvl5pPr algn="l">
              <a:defRPr sz="1275" b="1">
                <a:solidFill>
                  <a:srgbClr val="17162B"/>
                </a:solidFill>
                <a:latin typeface="Arial"/>
                <a:ea typeface="Arial"/>
                <a:cs typeface="Arial"/>
              </a:defRPr>
            </a:lvl5pPr>
            <a:lvl6pPr algn="l">
              <a:defRPr sz="1275" b="1">
                <a:solidFill>
                  <a:srgbClr val="17162B"/>
                </a:solidFill>
                <a:latin typeface="Arial"/>
                <a:ea typeface="Arial"/>
                <a:cs typeface="Arial"/>
              </a:defRPr>
            </a:lvl6pPr>
            <a:lvl7pPr algn="l">
              <a:defRPr sz="1275" b="1">
                <a:solidFill>
                  <a:srgbClr val="17162B"/>
                </a:solidFill>
                <a:latin typeface="Arial"/>
                <a:ea typeface="Arial"/>
                <a:cs typeface="Arial"/>
              </a:defRPr>
            </a:lvl7pPr>
            <a:lvl8pPr algn="l">
              <a:defRPr sz="1275" b="1">
                <a:solidFill>
                  <a:srgbClr val="17162B"/>
                </a:solidFill>
                <a:latin typeface="Arial"/>
                <a:ea typeface="Arial"/>
                <a:cs typeface="Arial"/>
              </a:defRPr>
            </a:lvl8pPr>
            <a:lvl9pPr algn="l">
              <a:defRPr sz="1275" b="1">
                <a:solidFill>
                  <a:srgbClr val="17162B"/>
                </a:solidFill>
                <a:latin typeface="Arial"/>
                <a:ea typeface="Arial"/>
                <a:cs typeface="Arial"/>
              </a:defRPr>
            </a:lvl9pPr>
          </a:lstStyle>
          <a:p xmlns:a="http://schemas.openxmlformats.org/drawingml/2006/main">
            <a:pPr algn="l">
              <a:defRPr sz="1275" b="1">
                <a:solidFill>
                  <a:srgbClr val="17162B"/>
                </a:solidFill>
                <a:latin typeface="Arial"/>
                <a:ea typeface="Arial"/>
                <a:cs typeface="Arial"/>
              </a:defRPr>
            </a:pPr>
            <a:r>
              <a:rPr sz="1275" b="1">
                <a:solidFill>
                  <a:srgbClr val="17162B"/>
                </a:solidFill>
                <a:latin typeface="Arial"/>
                <a:ea typeface="Arial"/>
                <a:cs typeface="Arial"/>
              </a:rPr>
              <a:t>CRIME FIGURES</a:t>
            </a:r>
          </a:p>
        </p:txBody>
      </p:sp>
      <p:sp>
        <p:nvSpPr>
          <p:cNvPr id="13" name="limit-desc-2">
            <a:extLst xmlns:a="http://schemas.openxmlformats.org/drawingml/2006/main">
              <a:ext uri="{FF2B5EF4-FFF2-40B4-BE49-F238E27FC236}">
                <a16:creationId xmlns:a16="http://schemas.microsoft.com/office/drawing/2014/main" id="{5DEAB84E-373D-4721-85BF-8759616710C2}"/>
              </a:ext>
            </a:extLst>
          </p:cNvPr>
          <p:cNvSpPr>
            <a:spLocks xmlns:a="http://schemas.openxmlformats.org/drawingml/2006/main" noGrp="1"/>
          </p:cNvSpPr>
          <p:nvPr/>
        </p:nvSpPr>
        <p:spPr>
          <a:xfrm xmlns:a="http://schemas.openxmlformats.org/drawingml/2006/main">
            <a:off x="3048000" y="41529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5647A"/>
                </a:solidFill>
                <a:latin typeface="Arial"/>
                <a:ea typeface="Arial"/>
                <a:cs typeface="Arial"/>
              </a:defRPr>
            </a:defPPr>
            <a:lvl1pPr algn="l">
              <a:defRPr sz="1650" b="0">
                <a:solidFill>
                  <a:srgbClr val="65647A"/>
                </a:solidFill>
                <a:latin typeface="Arial"/>
                <a:ea typeface="Arial"/>
                <a:cs typeface="Arial"/>
              </a:defRPr>
            </a:lvl1pPr>
            <a:lvl2pPr algn="l">
              <a:defRPr sz="1650" b="0">
                <a:solidFill>
                  <a:srgbClr val="65647A"/>
                </a:solidFill>
                <a:latin typeface="Arial"/>
                <a:ea typeface="Arial"/>
                <a:cs typeface="Arial"/>
              </a:defRPr>
            </a:lvl2pPr>
            <a:lvl3pPr algn="l">
              <a:defRPr sz="1650" b="0">
                <a:solidFill>
                  <a:srgbClr val="65647A"/>
                </a:solidFill>
                <a:latin typeface="Arial"/>
                <a:ea typeface="Arial"/>
                <a:cs typeface="Arial"/>
              </a:defRPr>
            </a:lvl3pPr>
            <a:lvl4pPr algn="l">
              <a:defRPr sz="1650" b="0">
                <a:solidFill>
                  <a:srgbClr val="65647A"/>
                </a:solidFill>
                <a:latin typeface="Arial"/>
                <a:ea typeface="Arial"/>
                <a:cs typeface="Arial"/>
              </a:defRPr>
            </a:lvl4pPr>
            <a:lvl5pPr algn="l">
              <a:defRPr sz="1650" b="0">
                <a:solidFill>
                  <a:srgbClr val="65647A"/>
                </a:solidFill>
                <a:latin typeface="Arial"/>
                <a:ea typeface="Arial"/>
                <a:cs typeface="Arial"/>
              </a:defRPr>
            </a:lvl5pPr>
            <a:lvl6pPr algn="l">
              <a:defRPr sz="1650" b="0">
                <a:solidFill>
                  <a:srgbClr val="65647A"/>
                </a:solidFill>
                <a:latin typeface="Arial"/>
                <a:ea typeface="Arial"/>
                <a:cs typeface="Arial"/>
              </a:defRPr>
            </a:lvl6pPr>
            <a:lvl7pPr algn="l">
              <a:defRPr sz="1650" b="0">
                <a:solidFill>
                  <a:srgbClr val="65647A"/>
                </a:solidFill>
                <a:latin typeface="Arial"/>
                <a:ea typeface="Arial"/>
                <a:cs typeface="Arial"/>
              </a:defRPr>
            </a:lvl7pPr>
            <a:lvl8pPr algn="l">
              <a:defRPr sz="1650" b="0">
                <a:solidFill>
                  <a:srgbClr val="65647A"/>
                </a:solidFill>
                <a:latin typeface="Arial"/>
                <a:ea typeface="Arial"/>
                <a:cs typeface="Arial"/>
              </a:defRPr>
            </a:lvl8pPr>
            <a:lvl9pPr algn="l">
              <a:defRPr sz="1650" b="0">
                <a:solidFill>
                  <a:srgbClr val="65647A"/>
                </a:solidFill>
                <a:latin typeface="Arial"/>
                <a:ea typeface="Arial"/>
                <a:cs typeface="Arial"/>
              </a:defRPr>
            </a:lvl9pPr>
          </a:lstStyle>
          <a:p xmlns:a="http://schemas.openxmlformats.org/drawingml/2006/main">
            <a:pPr algn="l">
              <a:defRPr sz="1650" b="0">
                <a:solidFill>
                  <a:srgbClr val="65647A"/>
                </a:solidFill>
                <a:latin typeface="Arial"/>
                <a:ea typeface="Arial"/>
                <a:cs typeface="Arial"/>
              </a:defRPr>
            </a:pPr>
            <a:r>
              <a:rPr sz="1650" b="0">
                <a:solidFill>
                  <a:srgbClr val="65647A"/>
                </a:solidFill>
                <a:latin typeface="Arial"/>
                <a:ea typeface="Arial"/>
                <a:cs typeface="Arial"/>
              </a:rPr>
              <a:t>District-wide annual counts give context, not street-level conditions tonight.</a:t>
            </a:r>
          </a:p>
        </p:txBody>
      </p:sp>
      <p:sp>
        <p:nvSpPr>
          <p:cNvPr id="14" name="limit-rule-2">
            <a:extLst xmlns:a="http://schemas.openxmlformats.org/drawingml/2006/main">
              <a:ext uri="{FF2B5EF4-FFF2-40B4-BE49-F238E27FC236}">
                <a16:creationId xmlns:a16="http://schemas.microsoft.com/office/drawing/2014/main" id="{29979D91-596B-4031-8393-E9B1C08795F5}"/>
              </a:ext>
            </a:extLst>
          </p:cNvPr>
          <p:cNvSpPr>
            <a:spLocks xmlns:a="http://schemas.openxmlformats.org/drawingml/2006/main" noGrp="1"/>
          </p:cNvSpPr>
          <p:nvPr/>
        </p:nvSpPr>
        <p:spPr>
          <a:xfrm xmlns:a="http://schemas.openxmlformats.org/drawingml/2006/main">
            <a:off x="800100" y="4667250"/>
            <a:ext cx="10287000" cy="9525"/>
          </a:xfrm>
          <a:prstGeom xmlns:a="http://schemas.openxmlformats.org/drawingml/2006/main" prst="rect">
            <a:avLst/>
          </a:prstGeom>
          <a:solidFill xmlns:a="http://schemas.openxmlformats.org/drawingml/2006/main">
            <a:srgbClr val="DEDBE8"/>
          </a:solidFill>
          <a:ln xmlns:a="http://schemas.openxmlformats.org/drawingml/2006/main" w="0">
            <a:noFill/>
            <a:prstDash val="solid"/>
          </a:ln>
        </p:spPr>
      </p:sp>
      <p:sp>
        <p:nvSpPr>
          <p:cNvPr id="15" name="limit-label-3">
            <a:extLst xmlns:a="http://schemas.openxmlformats.org/drawingml/2006/main">
              <a:ext uri="{FF2B5EF4-FFF2-40B4-BE49-F238E27FC236}">
                <a16:creationId xmlns:a16="http://schemas.microsoft.com/office/drawing/2014/main" id="{72147E6F-DCF7-4487-97F6-06EFE8C64FAA}"/>
              </a:ext>
            </a:extLst>
          </p:cNvPr>
          <p:cNvSpPr>
            <a:spLocks xmlns:a="http://schemas.openxmlformats.org/drawingml/2006/main" noGrp="1"/>
          </p:cNvSpPr>
          <p:nvPr/>
        </p:nvSpPr>
        <p:spPr>
          <a:xfrm xmlns:a="http://schemas.openxmlformats.org/drawingml/2006/main">
            <a:off x="800100" y="48958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7162B"/>
                </a:solidFill>
                <a:latin typeface="Arial"/>
                <a:ea typeface="Arial"/>
                <a:cs typeface="Arial"/>
              </a:defRPr>
            </a:defPPr>
            <a:lvl1pPr algn="l">
              <a:defRPr sz="1275" b="1">
                <a:solidFill>
                  <a:srgbClr val="17162B"/>
                </a:solidFill>
                <a:latin typeface="Arial"/>
                <a:ea typeface="Arial"/>
                <a:cs typeface="Arial"/>
              </a:defRPr>
            </a:lvl1pPr>
            <a:lvl2pPr algn="l">
              <a:defRPr sz="1275" b="1">
                <a:solidFill>
                  <a:srgbClr val="17162B"/>
                </a:solidFill>
                <a:latin typeface="Arial"/>
                <a:ea typeface="Arial"/>
                <a:cs typeface="Arial"/>
              </a:defRPr>
            </a:lvl2pPr>
            <a:lvl3pPr algn="l">
              <a:defRPr sz="1275" b="1">
                <a:solidFill>
                  <a:srgbClr val="17162B"/>
                </a:solidFill>
                <a:latin typeface="Arial"/>
                <a:ea typeface="Arial"/>
                <a:cs typeface="Arial"/>
              </a:defRPr>
            </a:lvl3pPr>
            <a:lvl4pPr algn="l">
              <a:defRPr sz="1275" b="1">
                <a:solidFill>
                  <a:srgbClr val="17162B"/>
                </a:solidFill>
                <a:latin typeface="Arial"/>
                <a:ea typeface="Arial"/>
                <a:cs typeface="Arial"/>
              </a:defRPr>
            </a:lvl4pPr>
            <a:lvl5pPr algn="l">
              <a:defRPr sz="1275" b="1">
                <a:solidFill>
                  <a:srgbClr val="17162B"/>
                </a:solidFill>
                <a:latin typeface="Arial"/>
                <a:ea typeface="Arial"/>
                <a:cs typeface="Arial"/>
              </a:defRPr>
            </a:lvl5pPr>
            <a:lvl6pPr algn="l">
              <a:defRPr sz="1275" b="1">
                <a:solidFill>
                  <a:srgbClr val="17162B"/>
                </a:solidFill>
                <a:latin typeface="Arial"/>
                <a:ea typeface="Arial"/>
                <a:cs typeface="Arial"/>
              </a:defRPr>
            </a:lvl6pPr>
            <a:lvl7pPr algn="l">
              <a:defRPr sz="1275" b="1">
                <a:solidFill>
                  <a:srgbClr val="17162B"/>
                </a:solidFill>
                <a:latin typeface="Arial"/>
                <a:ea typeface="Arial"/>
                <a:cs typeface="Arial"/>
              </a:defRPr>
            </a:lvl7pPr>
            <a:lvl8pPr algn="l">
              <a:defRPr sz="1275" b="1">
                <a:solidFill>
                  <a:srgbClr val="17162B"/>
                </a:solidFill>
                <a:latin typeface="Arial"/>
                <a:ea typeface="Arial"/>
                <a:cs typeface="Arial"/>
              </a:defRPr>
            </a:lvl8pPr>
            <a:lvl9pPr algn="l">
              <a:defRPr sz="1275" b="1">
                <a:solidFill>
                  <a:srgbClr val="17162B"/>
                </a:solidFill>
                <a:latin typeface="Arial"/>
                <a:ea typeface="Arial"/>
                <a:cs typeface="Arial"/>
              </a:defRPr>
            </a:lvl9pPr>
          </a:lstStyle>
          <a:p xmlns:a="http://schemas.openxmlformats.org/drawingml/2006/main">
            <a:pPr algn="l">
              <a:defRPr sz="1275" b="1">
                <a:solidFill>
                  <a:srgbClr val="17162B"/>
                </a:solidFill>
                <a:latin typeface="Arial"/>
                <a:ea typeface="Arial"/>
                <a:cs typeface="Arial"/>
              </a:defRPr>
            </a:pPr>
            <a:r>
              <a:rPr sz="1275" b="1">
                <a:solidFill>
                  <a:srgbClr val="17162B"/>
                </a:solidFill>
                <a:latin typeface="Arial"/>
                <a:ea typeface="Arial"/>
                <a:cs typeface="Arial"/>
              </a:rPr>
              <a:t>AI CONTEXT</a:t>
            </a:r>
          </a:p>
        </p:txBody>
      </p:sp>
      <p:sp>
        <p:nvSpPr>
          <p:cNvPr id="16" name="limit-desc-3">
            <a:extLst xmlns:a="http://schemas.openxmlformats.org/drawingml/2006/main">
              <a:ext uri="{FF2B5EF4-FFF2-40B4-BE49-F238E27FC236}">
                <a16:creationId xmlns:a16="http://schemas.microsoft.com/office/drawing/2014/main" id="{B1A3A4CC-D606-49BE-9F1E-D89DA2E225DB}"/>
              </a:ext>
            </a:extLst>
          </p:cNvPr>
          <p:cNvSpPr>
            <a:spLocks xmlns:a="http://schemas.openxmlformats.org/drawingml/2006/main" noGrp="1"/>
          </p:cNvSpPr>
          <p:nvPr/>
        </p:nvSpPr>
        <p:spPr>
          <a:xfrm xmlns:a="http://schemas.openxmlformats.org/drawingml/2006/main">
            <a:off x="3048000" y="48768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29"/>
          </a:bodyPr>
          <a:lstStyle xmlns:a="http://schemas.openxmlformats.org/drawingml/2006/main">
            <a:defPPr algn="l">
              <a:defRPr sz="1650" b="0">
                <a:solidFill>
                  <a:srgbClr val="65647A"/>
                </a:solidFill>
                <a:latin typeface="Arial"/>
                <a:ea typeface="Arial"/>
                <a:cs typeface="Arial"/>
              </a:defRPr>
            </a:defPPr>
            <a:lvl1pPr algn="l">
              <a:defRPr sz="1650" b="0">
                <a:solidFill>
                  <a:srgbClr val="65647A"/>
                </a:solidFill>
                <a:latin typeface="Arial"/>
                <a:ea typeface="Arial"/>
                <a:cs typeface="Arial"/>
              </a:defRPr>
            </a:lvl1pPr>
            <a:lvl2pPr algn="l">
              <a:defRPr sz="1650" b="0">
                <a:solidFill>
                  <a:srgbClr val="65647A"/>
                </a:solidFill>
                <a:latin typeface="Arial"/>
                <a:ea typeface="Arial"/>
                <a:cs typeface="Arial"/>
              </a:defRPr>
            </a:lvl2pPr>
            <a:lvl3pPr algn="l">
              <a:defRPr sz="1650" b="0">
                <a:solidFill>
                  <a:srgbClr val="65647A"/>
                </a:solidFill>
                <a:latin typeface="Arial"/>
                <a:ea typeface="Arial"/>
                <a:cs typeface="Arial"/>
              </a:defRPr>
            </a:lvl3pPr>
            <a:lvl4pPr algn="l">
              <a:defRPr sz="1650" b="0">
                <a:solidFill>
                  <a:srgbClr val="65647A"/>
                </a:solidFill>
                <a:latin typeface="Arial"/>
                <a:ea typeface="Arial"/>
                <a:cs typeface="Arial"/>
              </a:defRPr>
            </a:lvl4pPr>
            <a:lvl5pPr algn="l">
              <a:defRPr sz="1650" b="0">
                <a:solidFill>
                  <a:srgbClr val="65647A"/>
                </a:solidFill>
                <a:latin typeface="Arial"/>
                <a:ea typeface="Arial"/>
                <a:cs typeface="Arial"/>
              </a:defRPr>
            </a:lvl5pPr>
            <a:lvl6pPr algn="l">
              <a:defRPr sz="1650" b="0">
                <a:solidFill>
                  <a:srgbClr val="65647A"/>
                </a:solidFill>
                <a:latin typeface="Arial"/>
                <a:ea typeface="Arial"/>
                <a:cs typeface="Arial"/>
              </a:defRPr>
            </a:lvl6pPr>
            <a:lvl7pPr algn="l">
              <a:defRPr sz="1650" b="0">
                <a:solidFill>
                  <a:srgbClr val="65647A"/>
                </a:solidFill>
                <a:latin typeface="Arial"/>
                <a:ea typeface="Arial"/>
                <a:cs typeface="Arial"/>
              </a:defRPr>
            </a:lvl7pPr>
            <a:lvl8pPr algn="l">
              <a:defRPr sz="1650" b="0">
                <a:solidFill>
                  <a:srgbClr val="65647A"/>
                </a:solidFill>
                <a:latin typeface="Arial"/>
                <a:ea typeface="Arial"/>
                <a:cs typeface="Arial"/>
              </a:defRPr>
            </a:lvl8pPr>
            <a:lvl9pPr algn="l">
              <a:defRPr sz="1650" b="0">
                <a:solidFill>
                  <a:srgbClr val="65647A"/>
                </a:solidFill>
                <a:latin typeface="Arial"/>
                <a:ea typeface="Arial"/>
                <a:cs typeface="Arial"/>
              </a:defRPr>
            </a:lvl9pPr>
          </a:lstStyle>
          <a:p xmlns:a="http://schemas.openxmlformats.org/drawingml/2006/main">
            <a:pPr algn="l">
              <a:defRPr sz="1650" b="0">
                <a:solidFill>
                  <a:srgbClr val="65647A"/>
                </a:solidFill>
                <a:latin typeface="Arial"/>
                <a:ea typeface="Arial"/>
                <a:cs typeface="Arial"/>
              </a:defRPr>
            </a:pPr>
            <a:r>
              <a:rPr sz="1650" b="0">
                <a:solidFill>
                  <a:srgbClr val="65647A"/>
                </a:solidFill>
                <a:latin typeface="Arial"/>
                <a:ea typeface="Arial"/>
                <a:cs typeface="Arial"/>
              </a:rPr>
              <a:t>Optional Gemini results can fail or be absent; the core route still uses mapped evidence.</a:t>
            </a:r>
          </a:p>
        </p:txBody>
      </p:sp>
      <p:sp>
        <p:nvSpPr>
          <p:cNvPr id="17" name="validation-next">
            <a:extLst xmlns:a="http://schemas.openxmlformats.org/drawingml/2006/main">
              <a:ext uri="{FF2B5EF4-FFF2-40B4-BE49-F238E27FC236}">
                <a16:creationId xmlns:a16="http://schemas.microsoft.com/office/drawing/2014/main" id="{94BA602A-4A8B-493D-B025-780FB90DA256}"/>
              </a:ext>
            </a:extLst>
          </p:cNvPr>
          <p:cNvSpPr>
            <a:spLocks xmlns:a="http://schemas.openxmlformats.org/drawingml/2006/main" noGrp="1"/>
          </p:cNvSpPr>
          <p:nvPr/>
        </p:nvSpPr>
        <p:spPr>
          <a:xfrm xmlns:a="http://schemas.openxmlformats.org/drawingml/2006/main">
            <a:off x="800100" y="59245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5966A"/>
                </a:solidFill>
                <a:latin typeface="Arial"/>
                <a:ea typeface="Arial"/>
                <a:cs typeface="Arial"/>
              </a:defRPr>
            </a:defPPr>
            <a:lvl1pPr algn="l">
              <a:defRPr sz="1575" b="1">
                <a:solidFill>
                  <a:srgbClr val="15966A"/>
                </a:solidFill>
                <a:latin typeface="Arial"/>
                <a:ea typeface="Arial"/>
                <a:cs typeface="Arial"/>
              </a:defRPr>
            </a:lvl1pPr>
            <a:lvl2pPr algn="l">
              <a:defRPr sz="1575" b="1">
                <a:solidFill>
                  <a:srgbClr val="15966A"/>
                </a:solidFill>
                <a:latin typeface="Arial"/>
                <a:ea typeface="Arial"/>
                <a:cs typeface="Arial"/>
              </a:defRPr>
            </a:lvl2pPr>
            <a:lvl3pPr algn="l">
              <a:defRPr sz="1575" b="1">
                <a:solidFill>
                  <a:srgbClr val="15966A"/>
                </a:solidFill>
                <a:latin typeface="Arial"/>
                <a:ea typeface="Arial"/>
                <a:cs typeface="Arial"/>
              </a:defRPr>
            </a:lvl3pPr>
            <a:lvl4pPr algn="l">
              <a:defRPr sz="1575" b="1">
                <a:solidFill>
                  <a:srgbClr val="15966A"/>
                </a:solidFill>
                <a:latin typeface="Arial"/>
                <a:ea typeface="Arial"/>
                <a:cs typeface="Arial"/>
              </a:defRPr>
            </a:lvl4pPr>
            <a:lvl5pPr algn="l">
              <a:defRPr sz="1575" b="1">
                <a:solidFill>
                  <a:srgbClr val="15966A"/>
                </a:solidFill>
                <a:latin typeface="Arial"/>
                <a:ea typeface="Arial"/>
                <a:cs typeface="Arial"/>
              </a:defRPr>
            </a:lvl5pPr>
            <a:lvl6pPr algn="l">
              <a:defRPr sz="1575" b="1">
                <a:solidFill>
                  <a:srgbClr val="15966A"/>
                </a:solidFill>
                <a:latin typeface="Arial"/>
                <a:ea typeface="Arial"/>
                <a:cs typeface="Arial"/>
              </a:defRPr>
            </a:lvl6pPr>
            <a:lvl7pPr algn="l">
              <a:defRPr sz="1575" b="1">
                <a:solidFill>
                  <a:srgbClr val="15966A"/>
                </a:solidFill>
                <a:latin typeface="Arial"/>
                <a:ea typeface="Arial"/>
                <a:cs typeface="Arial"/>
              </a:defRPr>
            </a:lvl7pPr>
            <a:lvl8pPr algn="l">
              <a:defRPr sz="1575" b="1">
                <a:solidFill>
                  <a:srgbClr val="15966A"/>
                </a:solidFill>
                <a:latin typeface="Arial"/>
                <a:ea typeface="Arial"/>
                <a:cs typeface="Arial"/>
              </a:defRPr>
            </a:lvl8pPr>
            <a:lvl9pPr algn="l">
              <a:defRPr sz="1575" b="1">
                <a:solidFill>
                  <a:srgbClr val="15966A"/>
                </a:solidFill>
                <a:latin typeface="Arial"/>
                <a:ea typeface="Arial"/>
                <a:cs typeface="Arial"/>
              </a:defRPr>
            </a:lvl9pPr>
          </a:lstStyle>
          <a:p xmlns:a="http://schemas.openxmlformats.org/drawingml/2006/main">
            <a:pPr algn="l">
              <a:defRPr sz="1575" b="1">
                <a:solidFill>
                  <a:srgbClr val="15966A"/>
                </a:solidFill>
                <a:latin typeface="Arial"/>
                <a:ea typeface="Arial"/>
                <a:cs typeface="Arial"/>
              </a:defRPr>
            </a:pPr>
            <a:r>
              <a:rPr sz="1575" b="1">
                <a:solidFill>
                  <a:srgbClr val="15966A"/>
                </a:solidFill>
                <a:latin typeface="Arial"/>
                <a:ea typeface="Arial"/>
                <a:cs typeface="Arial"/>
              </a:rPr>
              <a:t>Next proof point: compare route scores with independent, after-dark street audits.</a:t>
            </a:r>
          </a:p>
        </p:txBody>
      </p:sp>
    </p:spTree>
    <p:extLst>
      <p:ext uri="{BB962C8B-B14F-4D97-AF65-F5344CB8AC3E}">
        <p14:creationId xmlns:p14="http://schemas.microsoft.com/office/powerpoint/2010/main" val="601933431"/>
      </p:ext>
    </p:extLst>
  </p:cSld>
</p:sld>
</file>

<file path=ppt/slides/slide8.xml><?xml version="1.0" encoding="utf-8"?>
<p:sld xmlns:p="http://schemas.openxmlformats.org/presentationml/2006/main">
  <p:cSld>
    <p:bg>
      <p:bgPr>
        <a:solidFill xmlns:a="http://schemas.openxmlformats.org/drawingml/2006/main">
          <a:srgbClr val="17162B"/>
        </a:solidFill>
      </p:bgPr>
    </p:bg>
    <p:spTree>
      <p:nvGrpSpPr>
        <p:cNvPr id="1" name=""/>
        <p:cNvGrpSpPr/>
        <p:nvPr/>
      </p:nvGrpSpPr>
      <p:grpSpPr>
        <a:xfrm xmlns:a="http://schemas.openxmlformats.org/drawingml/2006/main"/>
      </p:grpSpPr>
      <p:sp>
        <p:nvSpPr>
          <p:cNvPr id="23" name="accent-8">
            <a:extLst xmlns:a="http://schemas.openxmlformats.org/drawingml/2006/main">
              <a:ext uri="{FF2B5EF4-FFF2-40B4-BE49-F238E27FC236}">
                <a16:creationId xmlns:a16="http://schemas.microsoft.com/office/drawing/2014/main" id="{E3CD1CEE-B236-4032-9B76-F0CA0169F9B4}"/>
              </a:ext>
            </a:extLst>
          </p:cNvPr>
          <p:cNvSpPr>
            <a:spLocks xmlns:a="http://schemas.openxmlformats.org/drawingml/2006/main" noGrp="1"/>
          </p:cNvSpPr>
          <p:nvPr/>
        </p:nvSpPr>
        <p:spPr>
          <a:xfrm xmlns:a="http://schemas.openxmlformats.org/drawingml/2006/main">
            <a:off x="685800" y="628650"/>
            <a:ext cx="400050" cy="47625"/>
          </a:xfrm>
          <a:prstGeom xmlns:a="http://schemas.openxmlformats.org/drawingml/2006/main" prst="rect">
            <a:avLst/>
          </a:prstGeom>
          <a:solidFill xmlns:a="http://schemas.openxmlformats.org/drawingml/2006/main">
            <a:srgbClr val="6947FF"/>
          </a:solidFill>
          <a:ln xmlns:a="http://schemas.openxmlformats.org/drawingml/2006/main" w="0">
            <a:noFill/>
            <a:prstDash val="solid"/>
          </a:ln>
        </p:spPr>
      </p:sp>
      <p:sp>
        <p:nvSpPr>
          <p:cNvPr id="2" name="title-8">
            <a:extLst xmlns:a="http://schemas.openxmlformats.org/drawingml/2006/main">
              <a:ext uri="{FF2B5EF4-FFF2-40B4-BE49-F238E27FC236}">
                <a16:creationId xmlns:a16="http://schemas.microsoft.com/office/drawing/2014/main" id="{C24358E6-499E-49F9-9700-FB85C945A8D9}"/>
              </a:ext>
            </a:extLst>
          </p:cNvPr>
          <p:cNvSpPr>
            <a:spLocks xmlns:a="http://schemas.openxmlformats.org/drawingml/2006/main" noGrp="1"/>
          </p:cNvSpPr>
          <p:nvPr/>
        </p:nvSpPr>
        <p:spPr>
          <a:xfrm xmlns:a="http://schemas.openxmlformats.org/drawingml/2006/main">
            <a:off x="685800" y="8953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A four-minute demo</a:t>
            </a:r>
          </a:p>
        </p:txBody>
      </p:sp>
      <p:sp>
        <p:nvSpPr>
          <p:cNvPr id="3" name="footer-8">
            <a:extLst xmlns:a="http://schemas.openxmlformats.org/drawingml/2006/main">
              <a:ext uri="{FF2B5EF4-FFF2-40B4-BE49-F238E27FC236}">
                <a16:creationId xmlns:a16="http://schemas.microsoft.com/office/drawing/2014/main" id="{8A93EADE-3534-4750-A41B-541A7E5F0E7C}"/>
              </a:ext>
            </a:extLst>
          </p:cNvPr>
          <p:cNvSpPr>
            <a:spLocks xmlns:a="http://schemas.openxmlformats.org/drawingml/2006/main" noGrp="1"/>
          </p:cNvSpPr>
          <p:nvPr/>
        </p:nvSpPr>
        <p:spPr>
          <a:xfrm xmlns:a="http://schemas.openxmlformats.org/drawingml/2006/main">
            <a:off x="685800" y="641985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8D3E6"/>
                </a:solidFill>
                <a:latin typeface="Arial"/>
                <a:ea typeface="Arial"/>
                <a:cs typeface="Arial"/>
              </a:defRPr>
            </a:defPPr>
            <a:lvl1pPr algn="l">
              <a:defRPr sz="975" b="1">
                <a:solidFill>
                  <a:srgbClr val="D8D3E6"/>
                </a:solidFill>
                <a:latin typeface="Arial"/>
                <a:ea typeface="Arial"/>
                <a:cs typeface="Arial"/>
              </a:defRPr>
            </a:lvl1pPr>
            <a:lvl2pPr algn="l">
              <a:defRPr sz="975" b="1">
                <a:solidFill>
                  <a:srgbClr val="D8D3E6"/>
                </a:solidFill>
                <a:latin typeface="Arial"/>
                <a:ea typeface="Arial"/>
                <a:cs typeface="Arial"/>
              </a:defRPr>
            </a:lvl2pPr>
            <a:lvl3pPr algn="l">
              <a:defRPr sz="975" b="1">
                <a:solidFill>
                  <a:srgbClr val="D8D3E6"/>
                </a:solidFill>
                <a:latin typeface="Arial"/>
                <a:ea typeface="Arial"/>
                <a:cs typeface="Arial"/>
              </a:defRPr>
            </a:lvl3pPr>
            <a:lvl4pPr algn="l">
              <a:defRPr sz="975" b="1">
                <a:solidFill>
                  <a:srgbClr val="D8D3E6"/>
                </a:solidFill>
                <a:latin typeface="Arial"/>
                <a:ea typeface="Arial"/>
                <a:cs typeface="Arial"/>
              </a:defRPr>
            </a:lvl4pPr>
            <a:lvl5pPr algn="l">
              <a:defRPr sz="975" b="1">
                <a:solidFill>
                  <a:srgbClr val="D8D3E6"/>
                </a:solidFill>
                <a:latin typeface="Arial"/>
                <a:ea typeface="Arial"/>
                <a:cs typeface="Arial"/>
              </a:defRPr>
            </a:lvl5pPr>
            <a:lvl6pPr algn="l">
              <a:defRPr sz="975" b="1">
                <a:solidFill>
                  <a:srgbClr val="D8D3E6"/>
                </a:solidFill>
                <a:latin typeface="Arial"/>
                <a:ea typeface="Arial"/>
                <a:cs typeface="Arial"/>
              </a:defRPr>
            </a:lvl6pPr>
            <a:lvl7pPr algn="l">
              <a:defRPr sz="975" b="1">
                <a:solidFill>
                  <a:srgbClr val="D8D3E6"/>
                </a:solidFill>
                <a:latin typeface="Arial"/>
                <a:ea typeface="Arial"/>
                <a:cs typeface="Arial"/>
              </a:defRPr>
            </a:lvl7pPr>
            <a:lvl8pPr algn="l">
              <a:defRPr sz="975" b="1">
                <a:solidFill>
                  <a:srgbClr val="D8D3E6"/>
                </a:solidFill>
                <a:latin typeface="Arial"/>
                <a:ea typeface="Arial"/>
                <a:cs typeface="Arial"/>
              </a:defRPr>
            </a:lvl8pPr>
            <a:lvl9pPr algn="l">
              <a:defRPr sz="975" b="1">
                <a:solidFill>
                  <a:srgbClr val="D8D3E6"/>
                </a:solidFill>
                <a:latin typeface="Arial"/>
                <a:ea typeface="Arial"/>
                <a:cs typeface="Arial"/>
              </a:defRPr>
            </a:lvl9pPr>
          </a:lstStyle>
          <a:p xmlns:a="http://schemas.openxmlformats.org/drawingml/2006/main">
            <a:pPr algn="l">
              <a:defRPr sz="975" b="1">
                <a:solidFill>
                  <a:srgbClr val="D8D3E6"/>
                </a:solidFill>
                <a:latin typeface="Arial"/>
                <a:ea typeface="Arial"/>
                <a:cs typeface="Arial"/>
              </a:defRPr>
            </a:pPr>
            <a:r>
              <a:rPr sz="975" b="1">
                <a:solidFill>
                  <a:srgbClr val="D8D3E6"/>
                </a:solidFill>
                <a:latin typeface="Arial"/>
                <a:ea typeface="Arial"/>
                <a:cs typeface="Arial"/>
              </a:rPr>
              <a:t>SAFEROUTE  /  HACKTOBER FEST 2026</a:t>
            </a:r>
          </a:p>
        </p:txBody>
      </p:sp>
      <p:sp>
        <p:nvSpPr>
          <p:cNvPr id="4" name="number-8">
            <a:extLst xmlns:a="http://schemas.openxmlformats.org/drawingml/2006/main">
              <a:ext uri="{FF2B5EF4-FFF2-40B4-BE49-F238E27FC236}">
                <a16:creationId xmlns:a16="http://schemas.microsoft.com/office/drawing/2014/main" id="{7C61E521-65BC-43CF-A611-5DE7F63DA8DA}"/>
              </a:ext>
            </a:extLst>
          </p:cNvPr>
          <p:cNvSpPr>
            <a:spLocks xmlns:a="http://schemas.openxmlformats.org/drawingml/2006/main" noGrp="1"/>
          </p:cNvSpPr>
          <p:nvPr/>
        </p:nvSpPr>
        <p:spPr>
          <a:xfrm xmlns:a="http://schemas.openxmlformats.org/drawingml/2006/main">
            <a:off x="11001375" y="63817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D8D3E6"/>
                </a:solidFill>
                <a:latin typeface="Arial"/>
                <a:ea typeface="Arial"/>
                <a:cs typeface="Arial"/>
              </a:defRPr>
            </a:defPPr>
            <a:lvl1pPr algn="r">
              <a:defRPr sz="1200" b="1">
                <a:solidFill>
                  <a:srgbClr val="D8D3E6"/>
                </a:solidFill>
                <a:latin typeface="Arial"/>
                <a:ea typeface="Arial"/>
                <a:cs typeface="Arial"/>
              </a:defRPr>
            </a:lvl1pPr>
            <a:lvl2pPr algn="r">
              <a:defRPr sz="1200" b="1">
                <a:solidFill>
                  <a:srgbClr val="D8D3E6"/>
                </a:solidFill>
                <a:latin typeface="Arial"/>
                <a:ea typeface="Arial"/>
                <a:cs typeface="Arial"/>
              </a:defRPr>
            </a:lvl2pPr>
            <a:lvl3pPr algn="r">
              <a:defRPr sz="1200" b="1">
                <a:solidFill>
                  <a:srgbClr val="D8D3E6"/>
                </a:solidFill>
                <a:latin typeface="Arial"/>
                <a:ea typeface="Arial"/>
                <a:cs typeface="Arial"/>
              </a:defRPr>
            </a:lvl3pPr>
            <a:lvl4pPr algn="r">
              <a:defRPr sz="1200" b="1">
                <a:solidFill>
                  <a:srgbClr val="D8D3E6"/>
                </a:solidFill>
                <a:latin typeface="Arial"/>
                <a:ea typeface="Arial"/>
                <a:cs typeface="Arial"/>
              </a:defRPr>
            </a:lvl4pPr>
            <a:lvl5pPr algn="r">
              <a:defRPr sz="1200" b="1">
                <a:solidFill>
                  <a:srgbClr val="D8D3E6"/>
                </a:solidFill>
                <a:latin typeface="Arial"/>
                <a:ea typeface="Arial"/>
                <a:cs typeface="Arial"/>
              </a:defRPr>
            </a:lvl5pPr>
            <a:lvl6pPr algn="r">
              <a:defRPr sz="1200" b="1">
                <a:solidFill>
                  <a:srgbClr val="D8D3E6"/>
                </a:solidFill>
                <a:latin typeface="Arial"/>
                <a:ea typeface="Arial"/>
                <a:cs typeface="Arial"/>
              </a:defRPr>
            </a:lvl6pPr>
            <a:lvl7pPr algn="r">
              <a:defRPr sz="1200" b="1">
                <a:solidFill>
                  <a:srgbClr val="D8D3E6"/>
                </a:solidFill>
                <a:latin typeface="Arial"/>
                <a:ea typeface="Arial"/>
                <a:cs typeface="Arial"/>
              </a:defRPr>
            </a:lvl7pPr>
            <a:lvl8pPr algn="r">
              <a:defRPr sz="1200" b="1">
                <a:solidFill>
                  <a:srgbClr val="D8D3E6"/>
                </a:solidFill>
                <a:latin typeface="Arial"/>
                <a:ea typeface="Arial"/>
                <a:cs typeface="Arial"/>
              </a:defRPr>
            </a:lvl8pPr>
            <a:lvl9pPr algn="r">
              <a:defRPr sz="1200" b="1">
                <a:solidFill>
                  <a:srgbClr val="D8D3E6"/>
                </a:solidFill>
                <a:latin typeface="Arial"/>
                <a:ea typeface="Arial"/>
                <a:cs typeface="Arial"/>
              </a:defRPr>
            </a:lvl9pPr>
          </a:lstStyle>
          <a:p xmlns:a="http://schemas.openxmlformats.org/drawingml/2006/main">
            <a:pPr algn="r">
              <a:defRPr sz="1200" b="1">
                <a:solidFill>
                  <a:srgbClr val="D8D3E6"/>
                </a:solidFill>
                <a:latin typeface="Arial"/>
                <a:ea typeface="Arial"/>
                <a:cs typeface="Arial"/>
              </a:defRPr>
            </a:pPr>
            <a:r>
              <a:rPr sz="1200" b="1">
                <a:solidFill>
                  <a:srgbClr val="D8D3E6"/>
                </a:solidFill>
                <a:latin typeface="Arial"/>
                <a:ea typeface="Arial"/>
                <a:cs typeface="Arial"/>
              </a:rPr>
              <a:t>08</a:t>
            </a:r>
          </a:p>
        </p:txBody>
      </p:sp>
      <p:sp>
        <p:nvSpPr>
          <p:cNvPr id="5" name="demo-n-0">
            <a:extLst xmlns:a="http://schemas.openxmlformats.org/drawingml/2006/main">
              <a:ext uri="{FF2B5EF4-FFF2-40B4-BE49-F238E27FC236}">
                <a16:creationId xmlns:a16="http://schemas.microsoft.com/office/drawing/2014/main" id="{044A6626-ABA6-4CAB-A864-93C58A433AD2}"/>
              </a:ext>
            </a:extLst>
          </p:cNvPr>
          <p:cNvSpPr>
            <a:spLocks xmlns:a="http://schemas.openxmlformats.org/drawingml/2006/main" noGrp="1"/>
          </p:cNvSpPr>
          <p:nvPr/>
        </p:nvSpPr>
        <p:spPr>
          <a:xfrm xmlns:a="http://schemas.openxmlformats.org/drawingml/2006/main">
            <a:off x="800100" y="17907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8A8FF"/>
                </a:solidFill>
                <a:latin typeface="Arial"/>
                <a:ea typeface="Arial"/>
                <a:cs typeface="Arial"/>
              </a:defRPr>
            </a:defPPr>
            <a:lvl1pPr algn="l">
              <a:defRPr sz="1350" b="1">
                <a:solidFill>
                  <a:srgbClr val="B8A8FF"/>
                </a:solidFill>
                <a:latin typeface="Arial"/>
                <a:ea typeface="Arial"/>
                <a:cs typeface="Arial"/>
              </a:defRPr>
            </a:lvl1pPr>
            <a:lvl2pPr algn="l">
              <a:defRPr sz="1350" b="1">
                <a:solidFill>
                  <a:srgbClr val="B8A8FF"/>
                </a:solidFill>
                <a:latin typeface="Arial"/>
                <a:ea typeface="Arial"/>
                <a:cs typeface="Arial"/>
              </a:defRPr>
            </a:lvl2pPr>
            <a:lvl3pPr algn="l">
              <a:defRPr sz="1350" b="1">
                <a:solidFill>
                  <a:srgbClr val="B8A8FF"/>
                </a:solidFill>
                <a:latin typeface="Arial"/>
                <a:ea typeface="Arial"/>
                <a:cs typeface="Arial"/>
              </a:defRPr>
            </a:lvl3pPr>
            <a:lvl4pPr algn="l">
              <a:defRPr sz="1350" b="1">
                <a:solidFill>
                  <a:srgbClr val="B8A8FF"/>
                </a:solidFill>
                <a:latin typeface="Arial"/>
                <a:ea typeface="Arial"/>
                <a:cs typeface="Arial"/>
              </a:defRPr>
            </a:lvl4pPr>
            <a:lvl5pPr algn="l">
              <a:defRPr sz="1350" b="1">
                <a:solidFill>
                  <a:srgbClr val="B8A8FF"/>
                </a:solidFill>
                <a:latin typeface="Arial"/>
                <a:ea typeface="Arial"/>
                <a:cs typeface="Arial"/>
              </a:defRPr>
            </a:lvl5pPr>
            <a:lvl6pPr algn="l">
              <a:defRPr sz="1350" b="1">
                <a:solidFill>
                  <a:srgbClr val="B8A8FF"/>
                </a:solidFill>
                <a:latin typeface="Arial"/>
                <a:ea typeface="Arial"/>
                <a:cs typeface="Arial"/>
              </a:defRPr>
            </a:lvl6pPr>
            <a:lvl7pPr algn="l">
              <a:defRPr sz="1350" b="1">
                <a:solidFill>
                  <a:srgbClr val="B8A8FF"/>
                </a:solidFill>
                <a:latin typeface="Arial"/>
                <a:ea typeface="Arial"/>
                <a:cs typeface="Arial"/>
              </a:defRPr>
            </a:lvl7pPr>
            <a:lvl8pPr algn="l">
              <a:defRPr sz="1350" b="1">
                <a:solidFill>
                  <a:srgbClr val="B8A8FF"/>
                </a:solidFill>
                <a:latin typeface="Arial"/>
                <a:ea typeface="Arial"/>
                <a:cs typeface="Arial"/>
              </a:defRPr>
            </a:lvl8pPr>
            <a:lvl9pPr algn="l">
              <a:defRPr sz="1350" b="1">
                <a:solidFill>
                  <a:srgbClr val="B8A8FF"/>
                </a:solidFill>
                <a:latin typeface="Arial"/>
                <a:ea typeface="Arial"/>
                <a:cs typeface="Arial"/>
              </a:defRPr>
            </a:lvl9pPr>
          </a:lstStyle>
          <a:p xmlns:a="http://schemas.openxmlformats.org/drawingml/2006/main">
            <a:pPr algn="l">
              <a:defRPr sz="1350" b="1">
                <a:solidFill>
                  <a:srgbClr val="B8A8FF"/>
                </a:solidFill>
                <a:latin typeface="Arial"/>
                <a:ea typeface="Arial"/>
                <a:cs typeface="Arial"/>
              </a:defRPr>
            </a:pPr>
            <a:r>
              <a:rPr sz="1350" b="1">
                <a:solidFill>
                  <a:srgbClr val="B8A8FF"/>
                </a:solidFill>
                <a:latin typeface="Arial"/>
                <a:ea typeface="Arial"/>
                <a:cs typeface="Arial"/>
              </a:rPr>
              <a:t>01</a:t>
            </a:r>
          </a:p>
        </p:txBody>
      </p:sp>
      <p:sp>
        <p:nvSpPr>
          <p:cNvPr id="6" name="demo-label-0">
            <a:extLst xmlns:a="http://schemas.openxmlformats.org/drawingml/2006/main">
              <a:ext uri="{FF2B5EF4-FFF2-40B4-BE49-F238E27FC236}">
                <a16:creationId xmlns:a16="http://schemas.microsoft.com/office/drawing/2014/main" id="{60E4A2FA-ABC2-4EE1-9EF8-C331F22DDCA9}"/>
              </a:ext>
            </a:extLst>
          </p:cNvPr>
          <p:cNvSpPr>
            <a:spLocks xmlns:a="http://schemas.openxmlformats.org/drawingml/2006/main" noGrp="1"/>
          </p:cNvSpPr>
          <p:nvPr/>
        </p:nvSpPr>
        <p:spPr>
          <a:xfrm xmlns:a="http://schemas.openxmlformats.org/drawingml/2006/main">
            <a:off x="1524000" y="17907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77D7B3"/>
                </a:solidFill>
                <a:latin typeface="Arial"/>
                <a:ea typeface="Arial"/>
                <a:cs typeface="Arial"/>
              </a:defRPr>
            </a:defPPr>
            <a:lvl1pPr algn="l">
              <a:defRPr sz="1350" b="1">
                <a:solidFill>
                  <a:srgbClr val="77D7B3"/>
                </a:solidFill>
                <a:latin typeface="Arial"/>
                <a:ea typeface="Arial"/>
                <a:cs typeface="Arial"/>
              </a:defRPr>
            </a:lvl1pPr>
            <a:lvl2pPr algn="l">
              <a:defRPr sz="1350" b="1">
                <a:solidFill>
                  <a:srgbClr val="77D7B3"/>
                </a:solidFill>
                <a:latin typeface="Arial"/>
                <a:ea typeface="Arial"/>
                <a:cs typeface="Arial"/>
              </a:defRPr>
            </a:lvl2pPr>
            <a:lvl3pPr algn="l">
              <a:defRPr sz="1350" b="1">
                <a:solidFill>
                  <a:srgbClr val="77D7B3"/>
                </a:solidFill>
                <a:latin typeface="Arial"/>
                <a:ea typeface="Arial"/>
                <a:cs typeface="Arial"/>
              </a:defRPr>
            </a:lvl3pPr>
            <a:lvl4pPr algn="l">
              <a:defRPr sz="1350" b="1">
                <a:solidFill>
                  <a:srgbClr val="77D7B3"/>
                </a:solidFill>
                <a:latin typeface="Arial"/>
                <a:ea typeface="Arial"/>
                <a:cs typeface="Arial"/>
              </a:defRPr>
            </a:lvl4pPr>
            <a:lvl5pPr algn="l">
              <a:defRPr sz="1350" b="1">
                <a:solidFill>
                  <a:srgbClr val="77D7B3"/>
                </a:solidFill>
                <a:latin typeface="Arial"/>
                <a:ea typeface="Arial"/>
                <a:cs typeface="Arial"/>
              </a:defRPr>
            </a:lvl5pPr>
            <a:lvl6pPr algn="l">
              <a:defRPr sz="1350" b="1">
                <a:solidFill>
                  <a:srgbClr val="77D7B3"/>
                </a:solidFill>
                <a:latin typeface="Arial"/>
                <a:ea typeface="Arial"/>
                <a:cs typeface="Arial"/>
              </a:defRPr>
            </a:lvl6pPr>
            <a:lvl7pPr algn="l">
              <a:defRPr sz="1350" b="1">
                <a:solidFill>
                  <a:srgbClr val="77D7B3"/>
                </a:solidFill>
                <a:latin typeface="Arial"/>
                <a:ea typeface="Arial"/>
                <a:cs typeface="Arial"/>
              </a:defRPr>
            </a:lvl7pPr>
            <a:lvl8pPr algn="l">
              <a:defRPr sz="1350" b="1">
                <a:solidFill>
                  <a:srgbClr val="77D7B3"/>
                </a:solidFill>
                <a:latin typeface="Arial"/>
                <a:ea typeface="Arial"/>
                <a:cs typeface="Arial"/>
              </a:defRPr>
            </a:lvl8pPr>
            <a:lvl9pPr algn="l">
              <a:defRPr sz="1350" b="1">
                <a:solidFill>
                  <a:srgbClr val="77D7B3"/>
                </a:solidFill>
                <a:latin typeface="Arial"/>
                <a:ea typeface="Arial"/>
                <a:cs typeface="Arial"/>
              </a:defRPr>
            </a:lvl9pPr>
          </a:lstStyle>
          <a:p xmlns:a="http://schemas.openxmlformats.org/drawingml/2006/main">
            <a:pPr algn="l">
              <a:defRPr sz="1350" b="1">
                <a:solidFill>
                  <a:srgbClr val="77D7B3"/>
                </a:solidFill>
                <a:latin typeface="Arial"/>
                <a:ea typeface="Arial"/>
                <a:cs typeface="Arial"/>
              </a:defRPr>
            </a:pPr>
            <a:r>
              <a:rPr sz="1350" b="1">
                <a:solidFill>
                  <a:srgbClr val="77D7B3"/>
                </a:solidFill>
                <a:latin typeface="Arial"/>
                <a:ea typeface="Arial"/>
                <a:cs typeface="Arial"/>
              </a:rPr>
              <a:t>PLAN</a:t>
            </a:r>
          </a:p>
        </p:txBody>
      </p:sp>
      <p:sp>
        <p:nvSpPr>
          <p:cNvPr id="7" name="demo-desc-0">
            <a:extLst xmlns:a="http://schemas.openxmlformats.org/drawingml/2006/main">
              <a:ext uri="{FF2B5EF4-FFF2-40B4-BE49-F238E27FC236}">
                <a16:creationId xmlns:a16="http://schemas.microsoft.com/office/drawing/2014/main" id="{04EDFD72-CA98-4CDE-A3A8-4F57C5CDE8DB}"/>
              </a:ext>
            </a:extLst>
          </p:cNvPr>
          <p:cNvSpPr>
            <a:spLocks xmlns:a="http://schemas.openxmlformats.org/drawingml/2006/main" noGrp="1"/>
          </p:cNvSpPr>
          <p:nvPr/>
        </p:nvSpPr>
        <p:spPr>
          <a:xfrm xmlns:a="http://schemas.openxmlformats.org/drawingml/2006/main">
            <a:off x="3524250" y="1762125"/>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Enter a start and destination</a:t>
            </a:r>
          </a:p>
        </p:txBody>
      </p:sp>
      <p:sp>
        <p:nvSpPr>
          <p:cNvPr id="8" name="demo-rule-0">
            <a:extLst xmlns:a="http://schemas.openxmlformats.org/drawingml/2006/main">
              <a:ext uri="{FF2B5EF4-FFF2-40B4-BE49-F238E27FC236}">
                <a16:creationId xmlns:a16="http://schemas.microsoft.com/office/drawing/2014/main" id="{52F779FF-13FC-49F0-92F9-7D0221A788C1}"/>
              </a:ext>
            </a:extLst>
          </p:cNvPr>
          <p:cNvSpPr>
            <a:spLocks xmlns:a="http://schemas.openxmlformats.org/drawingml/2006/main" noGrp="1"/>
          </p:cNvSpPr>
          <p:nvPr/>
        </p:nvSpPr>
        <p:spPr>
          <a:xfrm xmlns:a="http://schemas.openxmlformats.org/drawingml/2006/main">
            <a:off x="1524000" y="2247900"/>
            <a:ext cx="9239250" cy="9525"/>
          </a:xfrm>
          <a:prstGeom xmlns:a="http://schemas.openxmlformats.org/drawingml/2006/main" prst="rect">
            <a:avLst/>
          </a:prstGeom>
          <a:solidFill xmlns:a="http://schemas.openxmlformats.org/drawingml/2006/main">
            <a:srgbClr val="403D56"/>
          </a:solidFill>
          <a:ln xmlns:a="http://schemas.openxmlformats.org/drawingml/2006/main" w="0">
            <a:noFill/>
            <a:prstDash val="solid"/>
          </a:ln>
        </p:spPr>
      </p:sp>
      <p:sp>
        <p:nvSpPr>
          <p:cNvPr id="9" name="demo-n-1">
            <a:extLst xmlns:a="http://schemas.openxmlformats.org/drawingml/2006/main">
              <a:ext uri="{FF2B5EF4-FFF2-40B4-BE49-F238E27FC236}">
                <a16:creationId xmlns:a16="http://schemas.microsoft.com/office/drawing/2014/main" id="{DA61ACE2-FC2E-4357-AAE0-E79F44520790}"/>
              </a:ext>
            </a:extLst>
          </p:cNvPr>
          <p:cNvSpPr>
            <a:spLocks xmlns:a="http://schemas.openxmlformats.org/drawingml/2006/main" noGrp="1"/>
          </p:cNvSpPr>
          <p:nvPr/>
        </p:nvSpPr>
        <p:spPr>
          <a:xfrm xmlns:a="http://schemas.openxmlformats.org/drawingml/2006/main">
            <a:off x="800100" y="26289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8A8FF"/>
                </a:solidFill>
                <a:latin typeface="Arial"/>
                <a:ea typeface="Arial"/>
                <a:cs typeface="Arial"/>
              </a:defRPr>
            </a:defPPr>
            <a:lvl1pPr algn="l">
              <a:defRPr sz="1350" b="1">
                <a:solidFill>
                  <a:srgbClr val="B8A8FF"/>
                </a:solidFill>
                <a:latin typeface="Arial"/>
                <a:ea typeface="Arial"/>
                <a:cs typeface="Arial"/>
              </a:defRPr>
            </a:lvl1pPr>
            <a:lvl2pPr algn="l">
              <a:defRPr sz="1350" b="1">
                <a:solidFill>
                  <a:srgbClr val="B8A8FF"/>
                </a:solidFill>
                <a:latin typeface="Arial"/>
                <a:ea typeface="Arial"/>
                <a:cs typeface="Arial"/>
              </a:defRPr>
            </a:lvl2pPr>
            <a:lvl3pPr algn="l">
              <a:defRPr sz="1350" b="1">
                <a:solidFill>
                  <a:srgbClr val="B8A8FF"/>
                </a:solidFill>
                <a:latin typeface="Arial"/>
                <a:ea typeface="Arial"/>
                <a:cs typeface="Arial"/>
              </a:defRPr>
            </a:lvl3pPr>
            <a:lvl4pPr algn="l">
              <a:defRPr sz="1350" b="1">
                <a:solidFill>
                  <a:srgbClr val="B8A8FF"/>
                </a:solidFill>
                <a:latin typeface="Arial"/>
                <a:ea typeface="Arial"/>
                <a:cs typeface="Arial"/>
              </a:defRPr>
            </a:lvl4pPr>
            <a:lvl5pPr algn="l">
              <a:defRPr sz="1350" b="1">
                <a:solidFill>
                  <a:srgbClr val="B8A8FF"/>
                </a:solidFill>
                <a:latin typeface="Arial"/>
                <a:ea typeface="Arial"/>
                <a:cs typeface="Arial"/>
              </a:defRPr>
            </a:lvl5pPr>
            <a:lvl6pPr algn="l">
              <a:defRPr sz="1350" b="1">
                <a:solidFill>
                  <a:srgbClr val="B8A8FF"/>
                </a:solidFill>
                <a:latin typeface="Arial"/>
                <a:ea typeface="Arial"/>
                <a:cs typeface="Arial"/>
              </a:defRPr>
            </a:lvl6pPr>
            <a:lvl7pPr algn="l">
              <a:defRPr sz="1350" b="1">
                <a:solidFill>
                  <a:srgbClr val="B8A8FF"/>
                </a:solidFill>
                <a:latin typeface="Arial"/>
                <a:ea typeface="Arial"/>
                <a:cs typeface="Arial"/>
              </a:defRPr>
            </a:lvl7pPr>
            <a:lvl8pPr algn="l">
              <a:defRPr sz="1350" b="1">
                <a:solidFill>
                  <a:srgbClr val="B8A8FF"/>
                </a:solidFill>
                <a:latin typeface="Arial"/>
                <a:ea typeface="Arial"/>
                <a:cs typeface="Arial"/>
              </a:defRPr>
            </a:lvl8pPr>
            <a:lvl9pPr algn="l">
              <a:defRPr sz="1350" b="1">
                <a:solidFill>
                  <a:srgbClr val="B8A8FF"/>
                </a:solidFill>
                <a:latin typeface="Arial"/>
                <a:ea typeface="Arial"/>
                <a:cs typeface="Arial"/>
              </a:defRPr>
            </a:lvl9pPr>
          </a:lstStyle>
          <a:p xmlns:a="http://schemas.openxmlformats.org/drawingml/2006/main">
            <a:pPr algn="l">
              <a:defRPr sz="1350" b="1">
                <a:solidFill>
                  <a:srgbClr val="B8A8FF"/>
                </a:solidFill>
                <a:latin typeface="Arial"/>
                <a:ea typeface="Arial"/>
                <a:cs typeface="Arial"/>
              </a:defRPr>
            </a:pPr>
            <a:r>
              <a:rPr sz="1350" b="1">
                <a:solidFill>
                  <a:srgbClr val="B8A8FF"/>
                </a:solidFill>
                <a:latin typeface="Arial"/>
                <a:ea typeface="Arial"/>
                <a:cs typeface="Arial"/>
              </a:rPr>
              <a:t>02</a:t>
            </a:r>
          </a:p>
        </p:txBody>
      </p:sp>
      <p:sp>
        <p:nvSpPr>
          <p:cNvPr id="10" name="demo-label-1">
            <a:extLst xmlns:a="http://schemas.openxmlformats.org/drawingml/2006/main">
              <a:ext uri="{FF2B5EF4-FFF2-40B4-BE49-F238E27FC236}">
                <a16:creationId xmlns:a16="http://schemas.microsoft.com/office/drawing/2014/main" id="{CCD47D20-0197-41A7-BB25-DA25A2903F3A}"/>
              </a:ext>
            </a:extLst>
          </p:cNvPr>
          <p:cNvSpPr>
            <a:spLocks xmlns:a="http://schemas.openxmlformats.org/drawingml/2006/main" noGrp="1"/>
          </p:cNvSpPr>
          <p:nvPr/>
        </p:nvSpPr>
        <p:spPr>
          <a:xfrm xmlns:a="http://schemas.openxmlformats.org/drawingml/2006/main">
            <a:off x="1524000" y="2628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77D7B3"/>
                </a:solidFill>
                <a:latin typeface="Arial"/>
                <a:ea typeface="Arial"/>
                <a:cs typeface="Arial"/>
              </a:defRPr>
            </a:defPPr>
            <a:lvl1pPr algn="l">
              <a:defRPr sz="1350" b="1">
                <a:solidFill>
                  <a:srgbClr val="77D7B3"/>
                </a:solidFill>
                <a:latin typeface="Arial"/>
                <a:ea typeface="Arial"/>
                <a:cs typeface="Arial"/>
              </a:defRPr>
            </a:lvl1pPr>
            <a:lvl2pPr algn="l">
              <a:defRPr sz="1350" b="1">
                <a:solidFill>
                  <a:srgbClr val="77D7B3"/>
                </a:solidFill>
                <a:latin typeface="Arial"/>
                <a:ea typeface="Arial"/>
                <a:cs typeface="Arial"/>
              </a:defRPr>
            </a:lvl2pPr>
            <a:lvl3pPr algn="l">
              <a:defRPr sz="1350" b="1">
                <a:solidFill>
                  <a:srgbClr val="77D7B3"/>
                </a:solidFill>
                <a:latin typeface="Arial"/>
                <a:ea typeface="Arial"/>
                <a:cs typeface="Arial"/>
              </a:defRPr>
            </a:lvl3pPr>
            <a:lvl4pPr algn="l">
              <a:defRPr sz="1350" b="1">
                <a:solidFill>
                  <a:srgbClr val="77D7B3"/>
                </a:solidFill>
                <a:latin typeface="Arial"/>
                <a:ea typeface="Arial"/>
                <a:cs typeface="Arial"/>
              </a:defRPr>
            </a:lvl4pPr>
            <a:lvl5pPr algn="l">
              <a:defRPr sz="1350" b="1">
                <a:solidFill>
                  <a:srgbClr val="77D7B3"/>
                </a:solidFill>
                <a:latin typeface="Arial"/>
                <a:ea typeface="Arial"/>
                <a:cs typeface="Arial"/>
              </a:defRPr>
            </a:lvl5pPr>
            <a:lvl6pPr algn="l">
              <a:defRPr sz="1350" b="1">
                <a:solidFill>
                  <a:srgbClr val="77D7B3"/>
                </a:solidFill>
                <a:latin typeface="Arial"/>
                <a:ea typeface="Arial"/>
                <a:cs typeface="Arial"/>
              </a:defRPr>
            </a:lvl6pPr>
            <a:lvl7pPr algn="l">
              <a:defRPr sz="1350" b="1">
                <a:solidFill>
                  <a:srgbClr val="77D7B3"/>
                </a:solidFill>
                <a:latin typeface="Arial"/>
                <a:ea typeface="Arial"/>
                <a:cs typeface="Arial"/>
              </a:defRPr>
            </a:lvl7pPr>
            <a:lvl8pPr algn="l">
              <a:defRPr sz="1350" b="1">
                <a:solidFill>
                  <a:srgbClr val="77D7B3"/>
                </a:solidFill>
                <a:latin typeface="Arial"/>
                <a:ea typeface="Arial"/>
                <a:cs typeface="Arial"/>
              </a:defRPr>
            </a:lvl8pPr>
            <a:lvl9pPr algn="l">
              <a:defRPr sz="1350" b="1">
                <a:solidFill>
                  <a:srgbClr val="77D7B3"/>
                </a:solidFill>
                <a:latin typeface="Arial"/>
                <a:ea typeface="Arial"/>
                <a:cs typeface="Arial"/>
              </a:defRPr>
            </a:lvl9pPr>
          </a:lstStyle>
          <a:p xmlns:a="http://schemas.openxmlformats.org/drawingml/2006/main">
            <a:pPr algn="l">
              <a:defRPr sz="1350" b="1">
                <a:solidFill>
                  <a:srgbClr val="77D7B3"/>
                </a:solidFill>
                <a:latin typeface="Arial"/>
                <a:ea typeface="Arial"/>
                <a:cs typeface="Arial"/>
              </a:defRPr>
            </a:pPr>
            <a:r>
              <a:rPr sz="1350" b="1">
                <a:solidFill>
                  <a:srgbClr val="77D7B3"/>
                </a:solidFill>
                <a:latin typeface="Arial"/>
                <a:ea typeface="Arial"/>
                <a:cs typeface="Arial"/>
              </a:rPr>
              <a:t>COMPARE</a:t>
            </a:r>
          </a:p>
        </p:txBody>
      </p:sp>
      <p:sp>
        <p:nvSpPr>
          <p:cNvPr id="11" name="demo-desc-1">
            <a:extLst xmlns:a="http://schemas.openxmlformats.org/drawingml/2006/main">
              <a:ext uri="{FF2B5EF4-FFF2-40B4-BE49-F238E27FC236}">
                <a16:creationId xmlns:a16="http://schemas.microsoft.com/office/drawing/2014/main" id="{07EEE9C3-C4D2-4A91-AD3E-FBAEC8ECCA21}"/>
              </a:ext>
            </a:extLst>
          </p:cNvPr>
          <p:cNvSpPr>
            <a:spLocks xmlns:a="http://schemas.openxmlformats.org/drawingml/2006/main" noGrp="1"/>
          </p:cNvSpPr>
          <p:nvPr/>
        </p:nvSpPr>
        <p:spPr>
          <a:xfrm xmlns:a="http://schemas.openxmlformats.org/drawingml/2006/main">
            <a:off x="3524250" y="2600325"/>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Switch Safest / Balanced / Fastest</a:t>
            </a:r>
          </a:p>
        </p:txBody>
      </p:sp>
      <p:sp>
        <p:nvSpPr>
          <p:cNvPr id="12" name="demo-rule-1">
            <a:extLst xmlns:a="http://schemas.openxmlformats.org/drawingml/2006/main">
              <a:ext uri="{FF2B5EF4-FFF2-40B4-BE49-F238E27FC236}">
                <a16:creationId xmlns:a16="http://schemas.microsoft.com/office/drawing/2014/main" id="{73F8DAFD-800E-4DB1-B7B5-E8B8E33EC34B}"/>
              </a:ext>
            </a:extLst>
          </p:cNvPr>
          <p:cNvSpPr>
            <a:spLocks xmlns:a="http://schemas.openxmlformats.org/drawingml/2006/main" noGrp="1"/>
          </p:cNvSpPr>
          <p:nvPr/>
        </p:nvSpPr>
        <p:spPr>
          <a:xfrm xmlns:a="http://schemas.openxmlformats.org/drawingml/2006/main">
            <a:off x="1524000" y="3086100"/>
            <a:ext cx="9239250" cy="9525"/>
          </a:xfrm>
          <a:prstGeom xmlns:a="http://schemas.openxmlformats.org/drawingml/2006/main" prst="rect">
            <a:avLst/>
          </a:prstGeom>
          <a:solidFill xmlns:a="http://schemas.openxmlformats.org/drawingml/2006/main">
            <a:srgbClr val="403D56"/>
          </a:solidFill>
          <a:ln xmlns:a="http://schemas.openxmlformats.org/drawingml/2006/main" w="0">
            <a:noFill/>
            <a:prstDash val="solid"/>
          </a:ln>
        </p:spPr>
      </p:sp>
      <p:sp>
        <p:nvSpPr>
          <p:cNvPr id="13" name="demo-n-2">
            <a:extLst xmlns:a="http://schemas.openxmlformats.org/drawingml/2006/main">
              <a:ext uri="{FF2B5EF4-FFF2-40B4-BE49-F238E27FC236}">
                <a16:creationId xmlns:a16="http://schemas.microsoft.com/office/drawing/2014/main" id="{3E1C6D41-4410-42D7-AFCB-4C14A1BB6106}"/>
              </a:ext>
            </a:extLst>
          </p:cNvPr>
          <p:cNvSpPr>
            <a:spLocks xmlns:a="http://schemas.openxmlformats.org/drawingml/2006/main" noGrp="1"/>
          </p:cNvSpPr>
          <p:nvPr/>
        </p:nvSpPr>
        <p:spPr>
          <a:xfrm xmlns:a="http://schemas.openxmlformats.org/drawingml/2006/main">
            <a:off x="800100" y="34671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8A8FF"/>
                </a:solidFill>
                <a:latin typeface="Arial"/>
                <a:ea typeface="Arial"/>
                <a:cs typeface="Arial"/>
              </a:defRPr>
            </a:defPPr>
            <a:lvl1pPr algn="l">
              <a:defRPr sz="1350" b="1">
                <a:solidFill>
                  <a:srgbClr val="B8A8FF"/>
                </a:solidFill>
                <a:latin typeface="Arial"/>
                <a:ea typeface="Arial"/>
                <a:cs typeface="Arial"/>
              </a:defRPr>
            </a:lvl1pPr>
            <a:lvl2pPr algn="l">
              <a:defRPr sz="1350" b="1">
                <a:solidFill>
                  <a:srgbClr val="B8A8FF"/>
                </a:solidFill>
                <a:latin typeface="Arial"/>
                <a:ea typeface="Arial"/>
                <a:cs typeface="Arial"/>
              </a:defRPr>
            </a:lvl2pPr>
            <a:lvl3pPr algn="l">
              <a:defRPr sz="1350" b="1">
                <a:solidFill>
                  <a:srgbClr val="B8A8FF"/>
                </a:solidFill>
                <a:latin typeface="Arial"/>
                <a:ea typeface="Arial"/>
                <a:cs typeface="Arial"/>
              </a:defRPr>
            </a:lvl3pPr>
            <a:lvl4pPr algn="l">
              <a:defRPr sz="1350" b="1">
                <a:solidFill>
                  <a:srgbClr val="B8A8FF"/>
                </a:solidFill>
                <a:latin typeface="Arial"/>
                <a:ea typeface="Arial"/>
                <a:cs typeface="Arial"/>
              </a:defRPr>
            </a:lvl4pPr>
            <a:lvl5pPr algn="l">
              <a:defRPr sz="1350" b="1">
                <a:solidFill>
                  <a:srgbClr val="B8A8FF"/>
                </a:solidFill>
                <a:latin typeface="Arial"/>
                <a:ea typeface="Arial"/>
                <a:cs typeface="Arial"/>
              </a:defRPr>
            </a:lvl5pPr>
            <a:lvl6pPr algn="l">
              <a:defRPr sz="1350" b="1">
                <a:solidFill>
                  <a:srgbClr val="B8A8FF"/>
                </a:solidFill>
                <a:latin typeface="Arial"/>
                <a:ea typeface="Arial"/>
                <a:cs typeface="Arial"/>
              </a:defRPr>
            </a:lvl6pPr>
            <a:lvl7pPr algn="l">
              <a:defRPr sz="1350" b="1">
                <a:solidFill>
                  <a:srgbClr val="B8A8FF"/>
                </a:solidFill>
                <a:latin typeface="Arial"/>
                <a:ea typeface="Arial"/>
                <a:cs typeface="Arial"/>
              </a:defRPr>
            </a:lvl7pPr>
            <a:lvl8pPr algn="l">
              <a:defRPr sz="1350" b="1">
                <a:solidFill>
                  <a:srgbClr val="B8A8FF"/>
                </a:solidFill>
                <a:latin typeface="Arial"/>
                <a:ea typeface="Arial"/>
                <a:cs typeface="Arial"/>
              </a:defRPr>
            </a:lvl8pPr>
            <a:lvl9pPr algn="l">
              <a:defRPr sz="1350" b="1">
                <a:solidFill>
                  <a:srgbClr val="B8A8FF"/>
                </a:solidFill>
                <a:latin typeface="Arial"/>
                <a:ea typeface="Arial"/>
                <a:cs typeface="Arial"/>
              </a:defRPr>
            </a:lvl9pPr>
          </a:lstStyle>
          <a:p xmlns:a="http://schemas.openxmlformats.org/drawingml/2006/main">
            <a:pPr algn="l">
              <a:defRPr sz="1350" b="1">
                <a:solidFill>
                  <a:srgbClr val="B8A8FF"/>
                </a:solidFill>
                <a:latin typeface="Arial"/>
                <a:ea typeface="Arial"/>
                <a:cs typeface="Arial"/>
              </a:defRPr>
            </a:pPr>
            <a:r>
              <a:rPr sz="1350" b="1">
                <a:solidFill>
                  <a:srgbClr val="B8A8FF"/>
                </a:solidFill>
                <a:latin typeface="Arial"/>
                <a:ea typeface="Arial"/>
                <a:cs typeface="Arial"/>
              </a:rPr>
              <a:t>03</a:t>
            </a:r>
          </a:p>
        </p:txBody>
      </p:sp>
      <p:sp>
        <p:nvSpPr>
          <p:cNvPr id="14" name="demo-label-2">
            <a:extLst xmlns:a="http://schemas.openxmlformats.org/drawingml/2006/main">
              <a:ext uri="{FF2B5EF4-FFF2-40B4-BE49-F238E27FC236}">
                <a16:creationId xmlns:a16="http://schemas.microsoft.com/office/drawing/2014/main" id="{7945E871-F14F-4D14-9806-8B027E16D832}"/>
              </a:ext>
            </a:extLst>
          </p:cNvPr>
          <p:cNvSpPr>
            <a:spLocks xmlns:a="http://schemas.openxmlformats.org/drawingml/2006/main" noGrp="1"/>
          </p:cNvSpPr>
          <p:nvPr/>
        </p:nvSpPr>
        <p:spPr>
          <a:xfrm xmlns:a="http://schemas.openxmlformats.org/drawingml/2006/main">
            <a:off x="1524000" y="34671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77D7B3"/>
                </a:solidFill>
                <a:latin typeface="Arial"/>
                <a:ea typeface="Arial"/>
                <a:cs typeface="Arial"/>
              </a:defRPr>
            </a:defPPr>
            <a:lvl1pPr algn="l">
              <a:defRPr sz="1350" b="1">
                <a:solidFill>
                  <a:srgbClr val="77D7B3"/>
                </a:solidFill>
                <a:latin typeface="Arial"/>
                <a:ea typeface="Arial"/>
                <a:cs typeface="Arial"/>
              </a:defRPr>
            </a:lvl1pPr>
            <a:lvl2pPr algn="l">
              <a:defRPr sz="1350" b="1">
                <a:solidFill>
                  <a:srgbClr val="77D7B3"/>
                </a:solidFill>
                <a:latin typeface="Arial"/>
                <a:ea typeface="Arial"/>
                <a:cs typeface="Arial"/>
              </a:defRPr>
            </a:lvl2pPr>
            <a:lvl3pPr algn="l">
              <a:defRPr sz="1350" b="1">
                <a:solidFill>
                  <a:srgbClr val="77D7B3"/>
                </a:solidFill>
                <a:latin typeface="Arial"/>
                <a:ea typeface="Arial"/>
                <a:cs typeface="Arial"/>
              </a:defRPr>
            </a:lvl3pPr>
            <a:lvl4pPr algn="l">
              <a:defRPr sz="1350" b="1">
                <a:solidFill>
                  <a:srgbClr val="77D7B3"/>
                </a:solidFill>
                <a:latin typeface="Arial"/>
                <a:ea typeface="Arial"/>
                <a:cs typeface="Arial"/>
              </a:defRPr>
            </a:lvl4pPr>
            <a:lvl5pPr algn="l">
              <a:defRPr sz="1350" b="1">
                <a:solidFill>
                  <a:srgbClr val="77D7B3"/>
                </a:solidFill>
                <a:latin typeface="Arial"/>
                <a:ea typeface="Arial"/>
                <a:cs typeface="Arial"/>
              </a:defRPr>
            </a:lvl5pPr>
            <a:lvl6pPr algn="l">
              <a:defRPr sz="1350" b="1">
                <a:solidFill>
                  <a:srgbClr val="77D7B3"/>
                </a:solidFill>
                <a:latin typeface="Arial"/>
                <a:ea typeface="Arial"/>
                <a:cs typeface="Arial"/>
              </a:defRPr>
            </a:lvl6pPr>
            <a:lvl7pPr algn="l">
              <a:defRPr sz="1350" b="1">
                <a:solidFill>
                  <a:srgbClr val="77D7B3"/>
                </a:solidFill>
                <a:latin typeface="Arial"/>
                <a:ea typeface="Arial"/>
                <a:cs typeface="Arial"/>
              </a:defRPr>
            </a:lvl7pPr>
            <a:lvl8pPr algn="l">
              <a:defRPr sz="1350" b="1">
                <a:solidFill>
                  <a:srgbClr val="77D7B3"/>
                </a:solidFill>
                <a:latin typeface="Arial"/>
                <a:ea typeface="Arial"/>
                <a:cs typeface="Arial"/>
              </a:defRPr>
            </a:lvl8pPr>
            <a:lvl9pPr algn="l">
              <a:defRPr sz="1350" b="1">
                <a:solidFill>
                  <a:srgbClr val="77D7B3"/>
                </a:solidFill>
                <a:latin typeface="Arial"/>
                <a:ea typeface="Arial"/>
                <a:cs typeface="Arial"/>
              </a:defRPr>
            </a:lvl9pPr>
          </a:lstStyle>
          <a:p xmlns:a="http://schemas.openxmlformats.org/drawingml/2006/main">
            <a:pPr algn="l">
              <a:defRPr sz="1350" b="1">
                <a:solidFill>
                  <a:srgbClr val="77D7B3"/>
                </a:solidFill>
                <a:latin typeface="Arial"/>
                <a:ea typeface="Arial"/>
                <a:cs typeface="Arial"/>
              </a:defRPr>
            </a:pPr>
            <a:r>
              <a:rPr sz="1350" b="1">
                <a:solidFill>
                  <a:srgbClr val="77D7B3"/>
                </a:solidFill>
                <a:latin typeface="Arial"/>
                <a:ea typeface="Arial"/>
                <a:cs typeface="Arial"/>
              </a:rPr>
              <a:t>INSPECT</a:t>
            </a:r>
          </a:p>
        </p:txBody>
      </p:sp>
      <p:sp>
        <p:nvSpPr>
          <p:cNvPr id="15" name="demo-desc-2">
            <a:extLst xmlns:a="http://schemas.openxmlformats.org/drawingml/2006/main">
              <a:ext uri="{FF2B5EF4-FFF2-40B4-BE49-F238E27FC236}">
                <a16:creationId xmlns:a16="http://schemas.microsoft.com/office/drawing/2014/main" id="{1099FAC6-AE99-4BA0-A490-23B8ED3B1C58}"/>
              </a:ext>
            </a:extLst>
          </p:cNvPr>
          <p:cNvSpPr>
            <a:spLocks xmlns:a="http://schemas.openxmlformats.org/drawingml/2006/main" noGrp="1"/>
          </p:cNvSpPr>
          <p:nvPr/>
        </p:nvSpPr>
        <p:spPr>
          <a:xfrm xmlns:a="http://schemas.openxmlformats.org/drawingml/2006/main">
            <a:off x="3524250" y="3438525"/>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Open a route reason and its confidence</a:t>
            </a:r>
          </a:p>
        </p:txBody>
      </p:sp>
      <p:sp>
        <p:nvSpPr>
          <p:cNvPr id="16" name="demo-rule-2">
            <a:extLst xmlns:a="http://schemas.openxmlformats.org/drawingml/2006/main">
              <a:ext uri="{FF2B5EF4-FFF2-40B4-BE49-F238E27FC236}">
                <a16:creationId xmlns:a16="http://schemas.microsoft.com/office/drawing/2014/main" id="{380C837E-309C-46D5-BADF-E868942DA925}"/>
              </a:ext>
            </a:extLst>
          </p:cNvPr>
          <p:cNvSpPr>
            <a:spLocks xmlns:a="http://schemas.openxmlformats.org/drawingml/2006/main" noGrp="1"/>
          </p:cNvSpPr>
          <p:nvPr/>
        </p:nvSpPr>
        <p:spPr>
          <a:xfrm xmlns:a="http://schemas.openxmlformats.org/drawingml/2006/main">
            <a:off x="1524000" y="3924300"/>
            <a:ext cx="9239250" cy="9525"/>
          </a:xfrm>
          <a:prstGeom xmlns:a="http://schemas.openxmlformats.org/drawingml/2006/main" prst="rect">
            <a:avLst/>
          </a:prstGeom>
          <a:solidFill xmlns:a="http://schemas.openxmlformats.org/drawingml/2006/main">
            <a:srgbClr val="403D56"/>
          </a:solidFill>
          <a:ln xmlns:a="http://schemas.openxmlformats.org/drawingml/2006/main" w="0">
            <a:noFill/>
            <a:prstDash val="solid"/>
          </a:ln>
        </p:spPr>
      </p:sp>
      <p:sp>
        <p:nvSpPr>
          <p:cNvPr id="17" name="demo-n-3">
            <a:extLst xmlns:a="http://schemas.openxmlformats.org/drawingml/2006/main">
              <a:ext uri="{FF2B5EF4-FFF2-40B4-BE49-F238E27FC236}">
                <a16:creationId xmlns:a16="http://schemas.microsoft.com/office/drawing/2014/main" id="{1AAEB987-11EF-4BE4-A169-12378499AE42}"/>
              </a:ext>
            </a:extLst>
          </p:cNvPr>
          <p:cNvSpPr>
            <a:spLocks xmlns:a="http://schemas.openxmlformats.org/drawingml/2006/main" noGrp="1"/>
          </p:cNvSpPr>
          <p:nvPr/>
        </p:nvSpPr>
        <p:spPr>
          <a:xfrm xmlns:a="http://schemas.openxmlformats.org/drawingml/2006/main">
            <a:off x="800100" y="43053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8A8FF"/>
                </a:solidFill>
                <a:latin typeface="Arial"/>
                <a:ea typeface="Arial"/>
                <a:cs typeface="Arial"/>
              </a:defRPr>
            </a:defPPr>
            <a:lvl1pPr algn="l">
              <a:defRPr sz="1350" b="1">
                <a:solidFill>
                  <a:srgbClr val="B8A8FF"/>
                </a:solidFill>
                <a:latin typeface="Arial"/>
                <a:ea typeface="Arial"/>
                <a:cs typeface="Arial"/>
              </a:defRPr>
            </a:lvl1pPr>
            <a:lvl2pPr algn="l">
              <a:defRPr sz="1350" b="1">
                <a:solidFill>
                  <a:srgbClr val="B8A8FF"/>
                </a:solidFill>
                <a:latin typeface="Arial"/>
                <a:ea typeface="Arial"/>
                <a:cs typeface="Arial"/>
              </a:defRPr>
            </a:lvl2pPr>
            <a:lvl3pPr algn="l">
              <a:defRPr sz="1350" b="1">
                <a:solidFill>
                  <a:srgbClr val="B8A8FF"/>
                </a:solidFill>
                <a:latin typeface="Arial"/>
                <a:ea typeface="Arial"/>
                <a:cs typeface="Arial"/>
              </a:defRPr>
            </a:lvl3pPr>
            <a:lvl4pPr algn="l">
              <a:defRPr sz="1350" b="1">
                <a:solidFill>
                  <a:srgbClr val="B8A8FF"/>
                </a:solidFill>
                <a:latin typeface="Arial"/>
                <a:ea typeface="Arial"/>
                <a:cs typeface="Arial"/>
              </a:defRPr>
            </a:lvl4pPr>
            <a:lvl5pPr algn="l">
              <a:defRPr sz="1350" b="1">
                <a:solidFill>
                  <a:srgbClr val="B8A8FF"/>
                </a:solidFill>
                <a:latin typeface="Arial"/>
                <a:ea typeface="Arial"/>
                <a:cs typeface="Arial"/>
              </a:defRPr>
            </a:lvl5pPr>
            <a:lvl6pPr algn="l">
              <a:defRPr sz="1350" b="1">
                <a:solidFill>
                  <a:srgbClr val="B8A8FF"/>
                </a:solidFill>
                <a:latin typeface="Arial"/>
                <a:ea typeface="Arial"/>
                <a:cs typeface="Arial"/>
              </a:defRPr>
            </a:lvl6pPr>
            <a:lvl7pPr algn="l">
              <a:defRPr sz="1350" b="1">
                <a:solidFill>
                  <a:srgbClr val="B8A8FF"/>
                </a:solidFill>
                <a:latin typeface="Arial"/>
                <a:ea typeface="Arial"/>
                <a:cs typeface="Arial"/>
              </a:defRPr>
            </a:lvl7pPr>
            <a:lvl8pPr algn="l">
              <a:defRPr sz="1350" b="1">
                <a:solidFill>
                  <a:srgbClr val="B8A8FF"/>
                </a:solidFill>
                <a:latin typeface="Arial"/>
                <a:ea typeface="Arial"/>
                <a:cs typeface="Arial"/>
              </a:defRPr>
            </a:lvl8pPr>
            <a:lvl9pPr algn="l">
              <a:defRPr sz="1350" b="1">
                <a:solidFill>
                  <a:srgbClr val="B8A8FF"/>
                </a:solidFill>
                <a:latin typeface="Arial"/>
                <a:ea typeface="Arial"/>
                <a:cs typeface="Arial"/>
              </a:defRPr>
            </a:lvl9pPr>
          </a:lstStyle>
          <a:p xmlns:a="http://schemas.openxmlformats.org/drawingml/2006/main">
            <a:pPr algn="l">
              <a:defRPr sz="1350" b="1">
                <a:solidFill>
                  <a:srgbClr val="B8A8FF"/>
                </a:solidFill>
                <a:latin typeface="Arial"/>
                <a:ea typeface="Arial"/>
                <a:cs typeface="Arial"/>
              </a:defRPr>
            </a:pPr>
            <a:r>
              <a:rPr sz="1350" b="1">
                <a:solidFill>
                  <a:srgbClr val="B8A8FF"/>
                </a:solidFill>
                <a:latin typeface="Arial"/>
                <a:ea typeface="Arial"/>
                <a:cs typeface="Arial"/>
              </a:rPr>
              <a:t>04</a:t>
            </a:r>
          </a:p>
        </p:txBody>
      </p:sp>
      <p:sp>
        <p:nvSpPr>
          <p:cNvPr id="18" name="demo-label-3">
            <a:extLst xmlns:a="http://schemas.openxmlformats.org/drawingml/2006/main">
              <a:ext uri="{FF2B5EF4-FFF2-40B4-BE49-F238E27FC236}">
                <a16:creationId xmlns:a16="http://schemas.microsoft.com/office/drawing/2014/main" id="{0929D161-B807-4190-8B19-89118E134A7A}"/>
              </a:ext>
            </a:extLst>
          </p:cNvPr>
          <p:cNvSpPr>
            <a:spLocks xmlns:a="http://schemas.openxmlformats.org/drawingml/2006/main" noGrp="1"/>
          </p:cNvSpPr>
          <p:nvPr/>
        </p:nvSpPr>
        <p:spPr>
          <a:xfrm xmlns:a="http://schemas.openxmlformats.org/drawingml/2006/main">
            <a:off x="1524000" y="43053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77D7B3"/>
                </a:solidFill>
                <a:latin typeface="Arial"/>
                <a:ea typeface="Arial"/>
                <a:cs typeface="Arial"/>
              </a:defRPr>
            </a:defPPr>
            <a:lvl1pPr algn="l">
              <a:defRPr sz="1350" b="1">
                <a:solidFill>
                  <a:srgbClr val="77D7B3"/>
                </a:solidFill>
                <a:latin typeface="Arial"/>
                <a:ea typeface="Arial"/>
                <a:cs typeface="Arial"/>
              </a:defRPr>
            </a:lvl1pPr>
            <a:lvl2pPr algn="l">
              <a:defRPr sz="1350" b="1">
                <a:solidFill>
                  <a:srgbClr val="77D7B3"/>
                </a:solidFill>
                <a:latin typeface="Arial"/>
                <a:ea typeface="Arial"/>
                <a:cs typeface="Arial"/>
              </a:defRPr>
            </a:lvl2pPr>
            <a:lvl3pPr algn="l">
              <a:defRPr sz="1350" b="1">
                <a:solidFill>
                  <a:srgbClr val="77D7B3"/>
                </a:solidFill>
                <a:latin typeface="Arial"/>
                <a:ea typeface="Arial"/>
                <a:cs typeface="Arial"/>
              </a:defRPr>
            </a:lvl3pPr>
            <a:lvl4pPr algn="l">
              <a:defRPr sz="1350" b="1">
                <a:solidFill>
                  <a:srgbClr val="77D7B3"/>
                </a:solidFill>
                <a:latin typeface="Arial"/>
                <a:ea typeface="Arial"/>
                <a:cs typeface="Arial"/>
              </a:defRPr>
            </a:lvl4pPr>
            <a:lvl5pPr algn="l">
              <a:defRPr sz="1350" b="1">
                <a:solidFill>
                  <a:srgbClr val="77D7B3"/>
                </a:solidFill>
                <a:latin typeface="Arial"/>
                <a:ea typeface="Arial"/>
                <a:cs typeface="Arial"/>
              </a:defRPr>
            </a:lvl5pPr>
            <a:lvl6pPr algn="l">
              <a:defRPr sz="1350" b="1">
                <a:solidFill>
                  <a:srgbClr val="77D7B3"/>
                </a:solidFill>
                <a:latin typeface="Arial"/>
                <a:ea typeface="Arial"/>
                <a:cs typeface="Arial"/>
              </a:defRPr>
            </a:lvl6pPr>
            <a:lvl7pPr algn="l">
              <a:defRPr sz="1350" b="1">
                <a:solidFill>
                  <a:srgbClr val="77D7B3"/>
                </a:solidFill>
                <a:latin typeface="Arial"/>
                <a:ea typeface="Arial"/>
                <a:cs typeface="Arial"/>
              </a:defRPr>
            </a:lvl7pPr>
            <a:lvl8pPr algn="l">
              <a:defRPr sz="1350" b="1">
                <a:solidFill>
                  <a:srgbClr val="77D7B3"/>
                </a:solidFill>
                <a:latin typeface="Arial"/>
                <a:ea typeface="Arial"/>
                <a:cs typeface="Arial"/>
              </a:defRPr>
            </a:lvl8pPr>
            <a:lvl9pPr algn="l">
              <a:defRPr sz="1350" b="1">
                <a:solidFill>
                  <a:srgbClr val="77D7B3"/>
                </a:solidFill>
                <a:latin typeface="Arial"/>
                <a:ea typeface="Arial"/>
                <a:cs typeface="Arial"/>
              </a:defRPr>
            </a:lvl9pPr>
          </a:lstStyle>
          <a:p xmlns:a="http://schemas.openxmlformats.org/drawingml/2006/main">
            <a:pPr algn="l">
              <a:defRPr sz="1350" b="1">
                <a:solidFill>
                  <a:srgbClr val="77D7B3"/>
                </a:solidFill>
                <a:latin typeface="Arial"/>
                <a:ea typeface="Arial"/>
                <a:cs typeface="Arial"/>
              </a:defRPr>
            </a:pPr>
            <a:r>
              <a:rPr sz="1350" b="1">
                <a:solidFill>
                  <a:srgbClr val="77D7B3"/>
                </a:solidFill>
                <a:latin typeface="Arial"/>
                <a:ea typeface="Arial"/>
                <a:cs typeface="Arial"/>
              </a:rPr>
              <a:t>RESIZE</a:t>
            </a:r>
          </a:p>
        </p:txBody>
      </p:sp>
      <p:sp>
        <p:nvSpPr>
          <p:cNvPr id="19" name="demo-desc-3">
            <a:extLst xmlns:a="http://schemas.openxmlformats.org/drawingml/2006/main">
              <a:ext uri="{FF2B5EF4-FFF2-40B4-BE49-F238E27FC236}">
                <a16:creationId xmlns:a16="http://schemas.microsoft.com/office/drawing/2014/main" id="{33DF1EAB-4C5B-44B2-9C35-AA96FC866A2A}"/>
              </a:ext>
            </a:extLst>
          </p:cNvPr>
          <p:cNvSpPr>
            <a:spLocks xmlns:a="http://schemas.openxmlformats.org/drawingml/2006/main" noGrp="1"/>
          </p:cNvSpPr>
          <p:nvPr/>
        </p:nvSpPr>
        <p:spPr>
          <a:xfrm xmlns:a="http://schemas.openxmlformats.org/drawingml/2006/main">
            <a:off x="3524250" y="4276725"/>
            <a:ext cx="733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Change the window; show the map recalculating</a:t>
            </a:r>
          </a:p>
        </p:txBody>
      </p:sp>
      <p:sp>
        <p:nvSpPr>
          <p:cNvPr id="20" name="demo-close">
            <a:extLst xmlns:a="http://schemas.openxmlformats.org/drawingml/2006/main">
              <a:ext uri="{FF2B5EF4-FFF2-40B4-BE49-F238E27FC236}">
                <a16:creationId xmlns:a16="http://schemas.microsoft.com/office/drawing/2014/main" id="{AB97A44D-3829-4E60-9ABA-065AE801BCF0}"/>
              </a:ext>
            </a:extLst>
          </p:cNvPr>
          <p:cNvSpPr>
            <a:spLocks xmlns:a="http://schemas.openxmlformats.org/drawingml/2006/main" noGrp="1"/>
          </p:cNvSpPr>
          <p:nvPr/>
        </p:nvSpPr>
        <p:spPr>
          <a:xfrm xmlns:a="http://schemas.openxmlformats.org/drawingml/2006/main">
            <a:off x="781050" y="54578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A route planner that shows its work.</a:t>
            </a:r>
          </a:p>
        </p:txBody>
      </p:sp>
      <p:sp>
        <p:nvSpPr>
          <p:cNvPr id="21" name="demo-repo">
            <a:extLst xmlns:a="http://schemas.openxmlformats.org/drawingml/2006/main">
              <a:ext uri="{FF2B5EF4-FFF2-40B4-BE49-F238E27FC236}">
                <a16:creationId xmlns:a16="http://schemas.microsoft.com/office/drawing/2014/main" id="{E5CEF26A-04AA-48AB-AA06-F75C08035382}"/>
              </a:ext>
            </a:extLst>
          </p:cNvPr>
          <p:cNvSpPr>
            <a:spLocks xmlns:a="http://schemas.openxmlformats.org/drawingml/2006/main" noGrp="1"/>
          </p:cNvSpPr>
          <p:nvPr/>
        </p:nvSpPr>
        <p:spPr>
          <a:xfrm xmlns:a="http://schemas.openxmlformats.org/drawingml/2006/main">
            <a:off x="800100" y="6067425"/>
            <a:ext cx="619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C6BBFF"/>
                </a:solidFill>
                <a:latin typeface="Arial"/>
                <a:ea typeface="Arial"/>
                <a:cs typeface="Arial"/>
              </a:defRPr>
            </a:defPPr>
            <a:lvl1pPr algn="l">
              <a:defRPr sz="1275" b="1">
                <a:solidFill>
                  <a:srgbClr val="C6BBFF"/>
                </a:solidFill>
                <a:latin typeface="Arial"/>
                <a:ea typeface="Arial"/>
                <a:cs typeface="Arial"/>
              </a:defRPr>
            </a:lvl1pPr>
            <a:lvl2pPr algn="l">
              <a:defRPr sz="1275" b="1">
                <a:solidFill>
                  <a:srgbClr val="C6BBFF"/>
                </a:solidFill>
                <a:latin typeface="Arial"/>
                <a:ea typeface="Arial"/>
                <a:cs typeface="Arial"/>
              </a:defRPr>
            </a:lvl2pPr>
            <a:lvl3pPr algn="l">
              <a:defRPr sz="1275" b="1">
                <a:solidFill>
                  <a:srgbClr val="C6BBFF"/>
                </a:solidFill>
                <a:latin typeface="Arial"/>
                <a:ea typeface="Arial"/>
                <a:cs typeface="Arial"/>
              </a:defRPr>
            </a:lvl3pPr>
            <a:lvl4pPr algn="l">
              <a:defRPr sz="1275" b="1">
                <a:solidFill>
                  <a:srgbClr val="C6BBFF"/>
                </a:solidFill>
                <a:latin typeface="Arial"/>
                <a:ea typeface="Arial"/>
                <a:cs typeface="Arial"/>
              </a:defRPr>
            </a:lvl4pPr>
            <a:lvl5pPr algn="l">
              <a:defRPr sz="1275" b="1">
                <a:solidFill>
                  <a:srgbClr val="C6BBFF"/>
                </a:solidFill>
                <a:latin typeface="Arial"/>
                <a:ea typeface="Arial"/>
                <a:cs typeface="Arial"/>
              </a:defRPr>
            </a:lvl5pPr>
            <a:lvl6pPr algn="l">
              <a:defRPr sz="1275" b="1">
                <a:solidFill>
                  <a:srgbClr val="C6BBFF"/>
                </a:solidFill>
                <a:latin typeface="Arial"/>
                <a:ea typeface="Arial"/>
                <a:cs typeface="Arial"/>
              </a:defRPr>
            </a:lvl6pPr>
            <a:lvl7pPr algn="l">
              <a:defRPr sz="1275" b="1">
                <a:solidFill>
                  <a:srgbClr val="C6BBFF"/>
                </a:solidFill>
                <a:latin typeface="Arial"/>
                <a:ea typeface="Arial"/>
                <a:cs typeface="Arial"/>
              </a:defRPr>
            </a:lvl7pPr>
            <a:lvl8pPr algn="l">
              <a:defRPr sz="1275" b="1">
                <a:solidFill>
                  <a:srgbClr val="C6BBFF"/>
                </a:solidFill>
                <a:latin typeface="Arial"/>
                <a:ea typeface="Arial"/>
                <a:cs typeface="Arial"/>
              </a:defRPr>
            </a:lvl8pPr>
            <a:lvl9pPr algn="l">
              <a:defRPr sz="1275" b="1">
                <a:solidFill>
                  <a:srgbClr val="C6BBFF"/>
                </a:solidFill>
                <a:latin typeface="Arial"/>
                <a:ea typeface="Arial"/>
                <a:cs typeface="Arial"/>
              </a:defRPr>
            </a:lvl9pPr>
          </a:lstStyle>
          <a:p xmlns:a="http://schemas.openxmlformats.org/drawingml/2006/main">
            <a:pPr algn="l">
              <a:defRPr sz="1275" b="1">
                <a:solidFill>
                  <a:srgbClr val="C6BBFF"/>
                </a:solidFill>
                <a:latin typeface="Arial"/>
                <a:ea typeface="Arial"/>
                <a:cs typeface="Arial"/>
              </a:defRPr>
            </a:pPr>
            <a:r>
              <a:rPr sz="1275" b="1">
                <a:solidFill>
                  <a:srgbClr val="C6BBFF"/>
                </a:solidFill>
                <a:latin typeface="Arial"/>
                <a:ea typeface="Arial"/>
                <a:cs typeface="Arial"/>
              </a:rPr>
              <a:t>github.com/NitinNair123/map</a:t>
            </a:r>
          </a:p>
        </p:txBody>
      </p:sp>
      <p:sp>
        <p:nvSpPr>
          <p:cNvPr id="22" name="ai-credit">
            <a:extLst xmlns:a="http://schemas.openxmlformats.org/drawingml/2006/main">
              <a:ext uri="{FF2B5EF4-FFF2-40B4-BE49-F238E27FC236}">
                <a16:creationId xmlns:a16="http://schemas.microsoft.com/office/drawing/2014/main" id="{B9CED603-3909-40A0-92F0-E55AAD03B3F3}"/>
              </a:ext>
            </a:extLst>
          </p:cNvPr>
          <p:cNvSpPr>
            <a:spLocks xmlns:a="http://schemas.openxmlformats.org/drawingml/2006/main" noGrp="1"/>
          </p:cNvSpPr>
          <p:nvPr/>
        </p:nvSpPr>
        <p:spPr>
          <a:xfrm xmlns:a="http://schemas.openxmlformats.org/drawingml/2006/main">
            <a:off x="7000875" y="6076950"/>
            <a:ext cx="440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ABA6BC"/>
                </a:solidFill>
                <a:latin typeface="Arial"/>
                <a:ea typeface="Arial"/>
                <a:cs typeface="Arial"/>
              </a:defRPr>
            </a:defPPr>
            <a:lvl1pPr algn="r">
              <a:defRPr sz="1050" b="0">
                <a:solidFill>
                  <a:srgbClr val="ABA6BC"/>
                </a:solidFill>
                <a:latin typeface="Arial"/>
                <a:ea typeface="Arial"/>
                <a:cs typeface="Arial"/>
              </a:defRPr>
            </a:lvl1pPr>
            <a:lvl2pPr algn="r">
              <a:defRPr sz="1050" b="0">
                <a:solidFill>
                  <a:srgbClr val="ABA6BC"/>
                </a:solidFill>
                <a:latin typeface="Arial"/>
                <a:ea typeface="Arial"/>
                <a:cs typeface="Arial"/>
              </a:defRPr>
            </a:lvl2pPr>
            <a:lvl3pPr algn="r">
              <a:defRPr sz="1050" b="0">
                <a:solidFill>
                  <a:srgbClr val="ABA6BC"/>
                </a:solidFill>
                <a:latin typeface="Arial"/>
                <a:ea typeface="Arial"/>
                <a:cs typeface="Arial"/>
              </a:defRPr>
            </a:lvl3pPr>
            <a:lvl4pPr algn="r">
              <a:defRPr sz="1050" b="0">
                <a:solidFill>
                  <a:srgbClr val="ABA6BC"/>
                </a:solidFill>
                <a:latin typeface="Arial"/>
                <a:ea typeface="Arial"/>
                <a:cs typeface="Arial"/>
              </a:defRPr>
            </a:lvl4pPr>
            <a:lvl5pPr algn="r">
              <a:defRPr sz="1050" b="0">
                <a:solidFill>
                  <a:srgbClr val="ABA6BC"/>
                </a:solidFill>
                <a:latin typeface="Arial"/>
                <a:ea typeface="Arial"/>
                <a:cs typeface="Arial"/>
              </a:defRPr>
            </a:lvl5pPr>
            <a:lvl6pPr algn="r">
              <a:defRPr sz="1050" b="0">
                <a:solidFill>
                  <a:srgbClr val="ABA6BC"/>
                </a:solidFill>
                <a:latin typeface="Arial"/>
                <a:ea typeface="Arial"/>
                <a:cs typeface="Arial"/>
              </a:defRPr>
            </a:lvl6pPr>
            <a:lvl7pPr algn="r">
              <a:defRPr sz="1050" b="0">
                <a:solidFill>
                  <a:srgbClr val="ABA6BC"/>
                </a:solidFill>
                <a:latin typeface="Arial"/>
                <a:ea typeface="Arial"/>
                <a:cs typeface="Arial"/>
              </a:defRPr>
            </a:lvl7pPr>
            <a:lvl8pPr algn="r">
              <a:defRPr sz="1050" b="0">
                <a:solidFill>
                  <a:srgbClr val="ABA6BC"/>
                </a:solidFill>
                <a:latin typeface="Arial"/>
                <a:ea typeface="Arial"/>
                <a:cs typeface="Arial"/>
              </a:defRPr>
            </a:lvl8pPr>
            <a:lvl9pPr algn="r">
              <a:defRPr sz="1050" b="0">
                <a:solidFill>
                  <a:srgbClr val="ABA6BC"/>
                </a:solidFill>
                <a:latin typeface="Arial"/>
                <a:ea typeface="Arial"/>
                <a:cs typeface="Arial"/>
              </a:defRPr>
            </a:lvl9pPr>
          </a:lstStyle>
          <a:p xmlns:a="http://schemas.openxmlformats.org/drawingml/2006/main">
            <a:pPr algn="r">
              <a:defRPr sz="1050" b="0">
                <a:solidFill>
                  <a:srgbClr val="ABA6BC"/>
                </a:solidFill>
                <a:latin typeface="Arial"/>
                <a:ea typeface="Arial"/>
                <a:cs typeface="Arial"/>
              </a:defRPr>
            </a:pPr>
            <a:r>
              <a:rPr sz="1050" b="0">
                <a:solidFill>
                  <a:srgbClr val="ABA6BC"/>
                </a:solidFill>
                <a:latin typeface="Arial"/>
                <a:ea typeface="Arial"/>
                <a:cs typeface="Arial"/>
              </a:rPr>
              <a:t>AI coding assistance: Claude + OpenAI Codex</a:t>
            </a:r>
          </a:p>
        </p:txBody>
      </p:sp>
    </p:spTree>
    <p:extLst>
      <p:ext uri="{BB962C8B-B14F-4D97-AF65-F5344CB8AC3E}">
        <p14:creationId xmlns:p14="http://schemas.microsoft.com/office/powerpoint/2010/main" val="636203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2026-10-30T07:08:08.0000000Z</dcterms:created>
  <dcterms:modified xsi:type="dcterms:W3CDTF">2026-10-30T07:08:08.0000000Z</dcterms:modified>
</coreProperties>
</file>